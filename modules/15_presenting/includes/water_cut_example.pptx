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3" r:id="rId2"/>
    <p:sldId id="364" r:id="rId3"/>
    <p:sldId id="381" r:id="rId4"/>
    <p:sldId id="383" r:id="rId5"/>
    <p:sldId id="382" r:id="rId6"/>
    <p:sldId id="380" r:id="rId7"/>
    <p:sldId id="379" r:id="rId8"/>
    <p:sldId id="305" r:id="rId9"/>
  </p:sldIdLst>
  <p:sldSz cx="13817600" cy="7772400"/>
  <p:notesSz cx="6858000" cy="9144000"/>
  <p:defaultTextStyle>
    <a:defPPr>
      <a:defRPr lang="en-US"/>
    </a:defPPr>
    <a:lvl1pPr marL="0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292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586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7879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173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6466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5758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052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4344" algn="l" defTabSz="50929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3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372"/>
    <a:srgbClr val="00B050"/>
    <a:srgbClr val="105456"/>
    <a:srgbClr val="CC5430"/>
    <a:srgbClr val="5F5F5F"/>
    <a:srgbClr val="FF0000"/>
    <a:srgbClr val="092529"/>
    <a:srgbClr val="FFFFFF"/>
    <a:srgbClr val="C1006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BBE29-3833-2444-A77B-AC2B6CFC22BF}" v="366" dt="2025-01-21T05:51:34.2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/>
    <p:restoredTop sz="85980"/>
  </p:normalViewPr>
  <p:slideViewPr>
    <p:cSldViewPr snapToGrid="0">
      <p:cViewPr varScale="1">
        <p:scale>
          <a:sx n="87" d="100"/>
          <a:sy n="87" d="100"/>
        </p:scale>
        <p:origin x="1648" y="200"/>
      </p:cViewPr>
      <p:guideLst>
        <p:guide orient="horz" pos="2448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yham,Jude" userId="ca0312ae-5eb9-439c-83fd-c8974f7dc94f" providerId="ADAL" clId="{D74E1306-1DCF-B44F-A556-9A9142988C1B}"/>
    <pc:docChg chg="modSld">
      <pc:chgData name="Bayham,Jude" userId="ca0312ae-5eb9-439c-83fd-c8974f7dc94f" providerId="ADAL" clId="{D74E1306-1DCF-B44F-A556-9A9142988C1B}" dt="2025-01-21T02:33:18.617" v="1" actId="20577"/>
      <pc:docMkLst>
        <pc:docMk/>
      </pc:docMkLst>
      <pc:sldChg chg="modSp">
        <pc:chgData name="Bayham,Jude" userId="ca0312ae-5eb9-439c-83fd-c8974f7dc94f" providerId="ADAL" clId="{D74E1306-1DCF-B44F-A556-9A9142988C1B}" dt="2025-01-21T02:33:18.617" v="1" actId="20577"/>
        <pc:sldMkLst>
          <pc:docMk/>
          <pc:sldMk cId="4095300370" sldId="345"/>
        </pc:sldMkLst>
        <pc:spChg chg="mod">
          <ac:chgData name="Bayham,Jude" userId="ca0312ae-5eb9-439c-83fd-c8974f7dc94f" providerId="ADAL" clId="{D74E1306-1DCF-B44F-A556-9A9142988C1B}" dt="2025-01-21T02:33:18.617" v="1" actId="20577"/>
          <ac:spMkLst>
            <pc:docMk/>
            <pc:sldMk cId="4095300370" sldId="345"/>
            <ac:spMk id="2" creationId="{AF58A063-018D-DC0C-93ED-7DAF99A53763}"/>
          </ac:spMkLst>
        </pc:spChg>
      </pc:sldChg>
    </pc:docChg>
  </pc:docChgLst>
  <pc:docChgLst>
    <pc:chgData name="Bayham,Jude" userId="ca0312ae-5eb9-439c-83fd-c8974f7dc94f" providerId="ADAL" clId="{28DBBE29-3833-2444-A77B-AC2B6CFC22BF}"/>
    <pc:docChg chg="undo custSel addSld delSld modSld sldOrd">
      <pc:chgData name="Bayham,Jude" userId="ca0312ae-5eb9-439c-83fd-c8974f7dc94f" providerId="ADAL" clId="{28DBBE29-3833-2444-A77B-AC2B6CFC22BF}" dt="2025-01-21T05:51:34.288" v="5172" actId="20577"/>
      <pc:docMkLst>
        <pc:docMk/>
      </pc:docMkLst>
      <pc:sldChg chg="modSp mod">
        <pc:chgData name="Bayham,Jude" userId="ca0312ae-5eb9-439c-83fd-c8974f7dc94f" providerId="ADAL" clId="{28DBBE29-3833-2444-A77B-AC2B6CFC22BF}" dt="2025-01-19T03:00:50.521" v="25" actId="20577"/>
        <pc:sldMkLst>
          <pc:docMk/>
          <pc:sldMk cId="1458084274" sldId="303"/>
        </pc:sldMkLst>
        <pc:spChg chg="mod">
          <ac:chgData name="Bayham,Jude" userId="ca0312ae-5eb9-439c-83fd-c8974f7dc94f" providerId="ADAL" clId="{28DBBE29-3833-2444-A77B-AC2B6CFC22BF}" dt="2025-01-19T03:00:50.521" v="25" actId="20577"/>
          <ac:spMkLst>
            <pc:docMk/>
            <pc:sldMk cId="1458084274" sldId="303"/>
            <ac:spMk id="4" creationId="{112574F6-2B8B-D400-9A3A-4AEDC94CE17D}"/>
          </ac:spMkLst>
        </pc:spChg>
      </pc:sldChg>
      <pc:sldChg chg="modSp mod">
        <pc:chgData name="Bayham,Jude" userId="ca0312ae-5eb9-439c-83fd-c8974f7dc94f" providerId="ADAL" clId="{28DBBE29-3833-2444-A77B-AC2B6CFC22BF}" dt="2025-01-20T11:22:44.320" v="4997" actId="20577"/>
        <pc:sldMkLst>
          <pc:docMk/>
          <pc:sldMk cId="1669402564" sldId="324"/>
        </pc:sldMkLst>
        <pc:spChg chg="mod">
          <ac:chgData name="Bayham,Jude" userId="ca0312ae-5eb9-439c-83fd-c8974f7dc94f" providerId="ADAL" clId="{28DBBE29-3833-2444-A77B-AC2B6CFC22BF}" dt="2025-01-20T11:22:44.320" v="4997" actId="20577"/>
          <ac:spMkLst>
            <pc:docMk/>
            <pc:sldMk cId="1669402564" sldId="324"/>
            <ac:spMk id="3" creationId="{00000000-0000-0000-0000-000000000000}"/>
          </ac:spMkLst>
        </pc:spChg>
      </pc:sldChg>
      <pc:sldChg chg="addSp delSp modSp mod">
        <pc:chgData name="Bayham,Jude" userId="ca0312ae-5eb9-439c-83fd-c8974f7dc94f" providerId="ADAL" clId="{28DBBE29-3833-2444-A77B-AC2B6CFC22BF}" dt="2025-01-20T11:38:55.030" v="5170" actId="27636"/>
        <pc:sldMkLst>
          <pc:docMk/>
          <pc:sldMk cId="2981292386" sldId="326"/>
        </pc:sldMkLst>
        <pc:spChg chg="mod">
          <ac:chgData name="Bayham,Jude" userId="ca0312ae-5eb9-439c-83fd-c8974f7dc94f" providerId="ADAL" clId="{28DBBE29-3833-2444-A77B-AC2B6CFC22BF}" dt="2025-01-20T11:35:53.452" v="5005" actId="26606"/>
          <ac:spMkLst>
            <pc:docMk/>
            <pc:sldMk cId="2981292386" sldId="326"/>
            <ac:spMk id="2" creationId="{936CA1DB-E12E-651F-E3E4-67BBDD6D38FD}"/>
          </ac:spMkLst>
        </pc:spChg>
        <pc:spChg chg="mod">
          <ac:chgData name="Bayham,Jude" userId="ca0312ae-5eb9-439c-83fd-c8974f7dc94f" providerId="ADAL" clId="{28DBBE29-3833-2444-A77B-AC2B6CFC22BF}" dt="2025-01-20T11:38:55.030" v="5170" actId="27636"/>
          <ac:spMkLst>
            <pc:docMk/>
            <pc:sldMk cId="2981292386" sldId="326"/>
            <ac:spMk id="3" creationId="{E2F92127-3848-EAF5-311C-4975C5664EF7}"/>
          </ac:spMkLst>
        </pc:spChg>
        <pc:spChg chg="add mod">
          <ac:chgData name="Bayham,Jude" userId="ca0312ae-5eb9-439c-83fd-c8974f7dc94f" providerId="ADAL" clId="{28DBBE29-3833-2444-A77B-AC2B6CFC22BF}" dt="2025-01-20T11:36:59.409" v="5053" actId="207"/>
          <ac:spMkLst>
            <pc:docMk/>
            <pc:sldMk cId="2981292386" sldId="326"/>
            <ac:spMk id="6" creationId="{855256AD-C58B-5630-BAB4-F9E571CC58A3}"/>
          </ac:spMkLst>
        </pc:spChg>
        <pc:picChg chg="add mod">
          <ac:chgData name="Bayham,Jude" userId="ca0312ae-5eb9-439c-83fd-c8974f7dc94f" providerId="ADAL" clId="{28DBBE29-3833-2444-A77B-AC2B6CFC22BF}" dt="2025-01-20T11:35:53.452" v="5005" actId="26606"/>
          <ac:picMkLst>
            <pc:docMk/>
            <pc:sldMk cId="2981292386" sldId="326"/>
            <ac:picMk id="5" creationId="{BECFFE26-8D4A-6637-159E-12E2968E72ED}"/>
          </ac:picMkLst>
        </pc:picChg>
      </pc:sldChg>
      <pc:sldChg chg="addSp modSp mod modAnim modNotesTx">
        <pc:chgData name="Bayham,Jude" userId="ca0312ae-5eb9-439c-83fd-c8974f7dc94f" providerId="ADAL" clId="{28DBBE29-3833-2444-A77B-AC2B6CFC22BF}" dt="2025-01-19T03:48:08.001" v="1230" actId="20577"/>
        <pc:sldMkLst>
          <pc:docMk/>
          <pc:sldMk cId="3248113614" sldId="327"/>
        </pc:sldMkLst>
        <pc:spChg chg="add mod">
          <ac:chgData name="Bayham,Jude" userId="ca0312ae-5eb9-439c-83fd-c8974f7dc94f" providerId="ADAL" clId="{28DBBE29-3833-2444-A77B-AC2B6CFC22BF}" dt="2025-01-19T03:30:39.446" v="118" actId="1037"/>
          <ac:spMkLst>
            <pc:docMk/>
            <pc:sldMk cId="3248113614" sldId="327"/>
            <ac:spMk id="4" creationId="{BA328D1F-0CB5-3D51-7261-F6B7B9EEFBE0}"/>
          </ac:spMkLst>
        </pc:spChg>
        <pc:spChg chg="add mod">
          <ac:chgData name="Bayham,Jude" userId="ca0312ae-5eb9-439c-83fd-c8974f7dc94f" providerId="ADAL" clId="{28DBBE29-3833-2444-A77B-AC2B6CFC22BF}" dt="2025-01-19T03:30:39.446" v="118" actId="1037"/>
          <ac:spMkLst>
            <pc:docMk/>
            <pc:sldMk cId="3248113614" sldId="327"/>
            <ac:spMk id="8" creationId="{23F04B56-8416-F9D4-699B-9E3A2F076518}"/>
          </ac:spMkLst>
        </pc:spChg>
        <pc:spChg chg="add mod">
          <ac:chgData name="Bayham,Jude" userId="ca0312ae-5eb9-439c-83fd-c8974f7dc94f" providerId="ADAL" clId="{28DBBE29-3833-2444-A77B-AC2B6CFC22BF}" dt="2025-01-19T03:30:39.446" v="118" actId="1037"/>
          <ac:spMkLst>
            <pc:docMk/>
            <pc:sldMk cId="3248113614" sldId="327"/>
            <ac:spMk id="10" creationId="{F84D47B8-843C-25AF-4600-6867DB6BA11E}"/>
          </ac:spMkLst>
        </pc:spChg>
        <pc:spChg chg="add mod">
          <ac:chgData name="Bayham,Jude" userId="ca0312ae-5eb9-439c-83fd-c8974f7dc94f" providerId="ADAL" clId="{28DBBE29-3833-2444-A77B-AC2B6CFC22BF}" dt="2025-01-19T03:30:39.446" v="118" actId="1037"/>
          <ac:spMkLst>
            <pc:docMk/>
            <pc:sldMk cId="3248113614" sldId="327"/>
            <ac:spMk id="12" creationId="{F7BF4637-3BAF-7C31-6CDF-CB2BF030E563}"/>
          </ac:spMkLst>
        </pc:spChg>
        <pc:grpChg chg="add mod">
          <ac:chgData name="Bayham,Jude" userId="ca0312ae-5eb9-439c-83fd-c8974f7dc94f" providerId="ADAL" clId="{28DBBE29-3833-2444-A77B-AC2B6CFC22BF}" dt="2025-01-19T03:30:58.618" v="121" actId="167"/>
          <ac:grpSpMkLst>
            <pc:docMk/>
            <pc:sldMk cId="3248113614" sldId="327"/>
            <ac:grpSpMk id="13" creationId="{8412EA58-BC87-EDE4-15E8-6C0ED76A517F}"/>
          </ac:grpSpMkLst>
        </pc:grpChg>
        <pc:picChg chg="mod">
          <ac:chgData name="Bayham,Jude" userId="ca0312ae-5eb9-439c-83fd-c8974f7dc94f" providerId="ADAL" clId="{28DBBE29-3833-2444-A77B-AC2B6CFC22BF}" dt="2025-01-19T03:30:39.446" v="118" actId="1037"/>
          <ac:picMkLst>
            <pc:docMk/>
            <pc:sldMk cId="3248113614" sldId="327"/>
            <ac:picMk id="3074" creationId="{0B094187-0995-1700-75DF-D9D2C27E9A7E}"/>
          </ac:picMkLst>
        </pc:picChg>
        <pc:cxnChg chg="mod">
          <ac:chgData name="Bayham,Jude" userId="ca0312ae-5eb9-439c-83fd-c8974f7dc94f" providerId="ADAL" clId="{28DBBE29-3833-2444-A77B-AC2B6CFC22BF}" dt="2025-01-19T03:30:52.582" v="120" actId="1076"/>
          <ac:cxnSpMkLst>
            <pc:docMk/>
            <pc:sldMk cId="3248113614" sldId="327"/>
            <ac:cxnSpMk id="11" creationId="{540DBDD3-2D28-5C7F-C3B7-0408A44600F8}"/>
          </ac:cxnSpMkLst>
        </pc:cxnChg>
      </pc:sldChg>
      <pc:sldChg chg="modSp mod">
        <pc:chgData name="Bayham,Jude" userId="ca0312ae-5eb9-439c-83fd-c8974f7dc94f" providerId="ADAL" clId="{28DBBE29-3833-2444-A77B-AC2B6CFC22BF}" dt="2025-01-20T11:27:49.733" v="4999" actId="114"/>
        <pc:sldMkLst>
          <pc:docMk/>
          <pc:sldMk cId="213610303" sldId="330"/>
        </pc:sldMkLst>
        <pc:spChg chg="mod">
          <ac:chgData name="Bayham,Jude" userId="ca0312ae-5eb9-439c-83fd-c8974f7dc94f" providerId="ADAL" clId="{28DBBE29-3833-2444-A77B-AC2B6CFC22BF}" dt="2025-01-20T11:27:49.733" v="4999" actId="114"/>
          <ac:spMkLst>
            <pc:docMk/>
            <pc:sldMk cId="213610303" sldId="330"/>
            <ac:spMk id="3" creationId="{DB69EDA8-4A7D-0EDE-04BD-BC76217C5E15}"/>
          </ac:spMkLst>
        </pc:spChg>
      </pc:sldChg>
      <pc:sldChg chg="modSp mod">
        <pc:chgData name="Bayham,Jude" userId="ca0312ae-5eb9-439c-83fd-c8974f7dc94f" providerId="ADAL" clId="{28DBBE29-3833-2444-A77B-AC2B6CFC22BF}" dt="2025-01-20T06:44:53.668" v="1852" actId="20578"/>
        <pc:sldMkLst>
          <pc:docMk/>
          <pc:sldMk cId="1223718510" sldId="340"/>
        </pc:sldMkLst>
        <pc:spChg chg="mod">
          <ac:chgData name="Bayham,Jude" userId="ca0312ae-5eb9-439c-83fd-c8974f7dc94f" providerId="ADAL" clId="{28DBBE29-3833-2444-A77B-AC2B6CFC22BF}" dt="2025-01-20T06:44:53.668" v="1852" actId="20578"/>
          <ac:spMkLst>
            <pc:docMk/>
            <pc:sldMk cId="1223718510" sldId="340"/>
            <ac:spMk id="3" creationId="{053C52ED-EC1D-9D70-09FF-CFEF46D47AC6}"/>
          </ac:spMkLst>
        </pc:spChg>
      </pc:sldChg>
      <pc:sldChg chg="addSp delSp modSp mod">
        <pc:chgData name="Bayham,Jude" userId="ca0312ae-5eb9-439c-83fd-c8974f7dc94f" providerId="ADAL" clId="{28DBBE29-3833-2444-A77B-AC2B6CFC22BF}" dt="2025-01-20T06:47:26.250" v="1922" actId="20577"/>
        <pc:sldMkLst>
          <pc:docMk/>
          <pc:sldMk cId="2393887658" sldId="342"/>
        </pc:sldMkLst>
        <pc:spChg chg="mod">
          <ac:chgData name="Bayham,Jude" userId="ca0312ae-5eb9-439c-83fd-c8974f7dc94f" providerId="ADAL" clId="{28DBBE29-3833-2444-A77B-AC2B6CFC22BF}" dt="2025-01-20T06:46:04.272" v="1919" actId="20577"/>
          <ac:spMkLst>
            <pc:docMk/>
            <pc:sldMk cId="2393887658" sldId="342"/>
            <ac:spMk id="2" creationId="{53B7347F-B509-B545-3AFE-72945ABFE8F0}"/>
          </ac:spMkLst>
        </pc:spChg>
        <pc:spChg chg="add mod">
          <ac:chgData name="Bayham,Jude" userId="ca0312ae-5eb9-439c-83fd-c8974f7dc94f" providerId="ADAL" clId="{28DBBE29-3833-2444-A77B-AC2B6CFC22BF}" dt="2025-01-20T06:36:27.627" v="1788" actId="404"/>
          <ac:spMkLst>
            <pc:docMk/>
            <pc:sldMk cId="2393887658" sldId="342"/>
            <ac:spMk id="4" creationId="{7B0F637C-9E4C-12E5-93CF-ECF44DCE6175}"/>
          </ac:spMkLst>
        </pc:spChg>
        <pc:spChg chg="mod">
          <ac:chgData name="Bayham,Jude" userId="ca0312ae-5eb9-439c-83fd-c8974f7dc94f" providerId="ADAL" clId="{28DBBE29-3833-2444-A77B-AC2B6CFC22BF}" dt="2025-01-20T06:33:04.483" v="1728" actId="20577"/>
          <ac:spMkLst>
            <pc:docMk/>
            <pc:sldMk cId="2393887658" sldId="342"/>
            <ac:spMk id="9" creationId="{4C394787-9BB2-9148-C51B-DA5B12D4639A}"/>
          </ac:spMkLst>
        </pc:spChg>
        <pc:graphicFrameChg chg="mod modGraphic">
          <ac:chgData name="Bayham,Jude" userId="ca0312ae-5eb9-439c-83fd-c8974f7dc94f" providerId="ADAL" clId="{28DBBE29-3833-2444-A77B-AC2B6CFC22BF}" dt="2025-01-20T06:47:26.250" v="1922" actId="20577"/>
          <ac:graphicFrameMkLst>
            <pc:docMk/>
            <pc:sldMk cId="2393887658" sldId="342"/>
            <ac:graphicFrameMk id="8" creationId="{29424A63-C098-A588-9726-25943365FD34}"/>
          </ac:graphicFrameMkLst>
        </pc:graphicFrameChg>
        <pc:picChg chg="add mod">
          <ac:chgData name="Bayham,Jude" userId="ca0312ae-5eb9-439c-83fd-c8974f7dc94f" providerId="ADAL" clId="{28DBBE29-3833-2444-A77B-AC2B6CFC22BF}" dt="2025-01-20T06:39:20.885" v="1842" actId="1038"/>
          <ac:picMkLst>
            <pc:docMk/>
            <pc:sldMk cId="2393887658" sldId="342"/>
            <ac:picMk id="7" creationId="{369D3885-5E27-C579-0E07-7E1CB9A81626}"/>
          </ac:picMkLst>
        </pc:picChg>
      </pc:sldChg>
      <pc:sldChg chg="delSp modSp mod modAnim">
        <pc:chgData name="Bayham,Jude" userId="ca0312ae-5eb9-439c-83fd-c8974f7dc94f" providerId="ADAL" clId="{28DBBE29-3833-2444-A77B-AC2B6CFC22BF}" dt="2025-01-20T05:39:37.030" v="1422" actId="20577"/>
        <pc:sldMkLst>
          <pc:docMk/>
          <pc:sldMk cId="2178992417" sldId="343"/>
        </pc:sldMkLst>
        <pc:spChg chg="mod">
          <ac:chgData name="Bayham,Jude" userId="ca0312ae-5eb9-439c-83fd-c8974f7dc94f" providerId="ADAL" clId="{28DBBE29-3833-2444-A77B-AC2B6CFC22BF}" dt="2025-01-20T05:39:37.030" v="1422" actId="20577"/>
          <ac:spMkLst>
            <pc:docMk/>
            <pc:sldMk cId="2178992417" sldId="343"/>
            <ac:spMk id="3" creationId="{4E2BB67A-1F92-8B3B-09EE-0DDCA91A8583}"/>
          </ac:spMkLst>
        </pc:spChg>
        <pc:grpChg chg="mod">
          <ac:chgData name="Bayham,Jude" userId="ca0312ae-5eb9-439c-83fd-c8974f7dc94f" providerId="ADAL" clId="{28DBBE29-3833-2444-A77B-AC2B6CFC22BF}" dt="2025-01-20T05:35:54.209" v="1262" actId="1036"/>
          <ac:grpSpMkLst>
            <pc:docMk/>
            <pc:sldMk cId="2178992417" sldId="343"/>
            <ac:grpSpMk id="40" creationId="{DEBC6596-F56E-D00D-49EB-B2A817F8FCB4}"/>
          </ac:grpSpMkLst>
        </pc:grpChg>
      </pc:sldChg>
      <pc:sldChg chg="modSp mod">
        <pc:chgData name="Bayham,Jude" userId="ca0312ae-5eb9-439c-83fd-c8974f7dc94f" providerId="ADAL" clId="{28DBBE29-3833-2444-A77B-AC2B6CFC22BF}" dt="2025-01-20T07:34:39.122" v="3039" actId="20577"/>
        <pc:sldMkLst>
          <pc:docMk/>
          <pc:sldMk cId="152892342" sldId="344"/>
        </pc:sldMkLst>
        <pc:spChg chg="mod">
          <ac:chgData name="Bayham,Jude" userId="ca0312ae-5eb9-439c-83fd-c8974f7dc94f" providerId="ADAL" clId="{28DBBE29-3833-2444-A77B-AC2B6CFC22BF}" dt="2025-01-20T07:34:39.122" v="3039" actId="20577"/>
          <ac:spMkLst>
            <pc:docMk/>
            <pc:sldMk cId="152892342" sldId="344"/>
            <ac:spMk id="3" creationId="{4C1BEA71-B334-61D1-192F-ABA47C107A06}"/>
          </ac:spMkLst>
        </pc:spChg>
      </pc:sldChg>
      <pc:sldChg chg="addSp delSp modSp mod modClrScheme chgLayout">
        <pc:chgData name="Bayham,Jude" userId="ca0312ae-5eb9-439c-83fd-c8974f7dc94f" providerId="ADAL" clId="{28DBBE29-3833-2444-A77B-AC2B6CFC22BF}" dt="2025-01-21T05:51:34.288" v="5172" actId="20577"/>
        <pc:sldMkLst>
          <pc:docMk/>
          <pc:sldMk cId="4095300370" sldId="345"/>
        </pc:sldMkLst>
        <pc:spChg chg="mod">
          <ac:chgData name="Bayham,Jude" userId="ca0312ae-5eb9-439c-83fd-c8974f7dc94f" providerId="ADAL" clId="{28DBBE29-3833-2444-A77B-AC2B6CFC22BF}" dt="2025-01-21T05:51:34.288" v="5172" actId="20577"/>
          <ac:spMkLst>
            <pc:docMk/>
            <pc:sldMk cId="4095300370" sldId="345"/>
            <ac:spMk id="2" creationId="{AF58A063-018D-DC0C-93ED-7DAF99A53763}"/>
          </ac:spMkLst>
        </pc:spChg>
        <pc:spChg chg="mod">
          <ac:chgData name="Bayham,Jude" userId="ca0312ae-5eb9-439c-83fd-c8974f7dc94f" providerId="ADAL" clId="{28DBBE29-3833-2444-A77B-AC2B6CFC22BF}" dt="2025-01-20T08:14:40.304" v="3521" actId="20577"/>
          <ac:spMkLst>
            <pc:docMk/>
            <pc:sldMk cId="4095300370" sldId="345"/>
            <ac:spMk id="3" creationId="{BFCA216B-5393-9BDF-32FC-B2A716F298CC}"/>
          </ac:spMkLst>
        </pc:spChg>
        <pc:picChg chg="add mod">
          <ac:chgData name="Bayham,Jude" userId="ca0312ae-5eb9-439c-83fd-c8974f7dc94f" providerId="ADAL" clId="{28DBBE29-3833-2444-A77B-AC2B6CFC22BF}" dt="2025-01-20T07:36:09.335" v="3047" actId="26606"/>
          <ac:picMkLst>
            <pc:docMk/>
            <pc:sldMk cId="4095300370" sldId="345"/>
            <ac:picMk id="6" creationId="{51AB25B1-90D5-052F-B2D3-0FEC272339FE}"/>
          </ac:picMkLst>
        </pc:picChg>
      </pc:sldChg>
      <pc:sldChg chg="addSp delSp modSp mod">
        <pc:chgData name="Bayham,Jude" userId="ca0312ae-5eb9-439c-83fd-c8974f7dc94f" providerId="ADAL" clId="{28DBBE29-3833-2444-A77B-AC2B6CFC22BF}" dt="2025-01-20T08:28:54.994" v="3877"/>
        <pc:sldMkLst>
          <pc:docMk/>
          <pc:sldMk cId="314249848" sldId="349"/>
        </pc:sldMkLst>
        <pc:spChg chg="add mod">
          <ac:chgData name="Bayham,Jude" userId="ca0312ae-5eb9-439c-83fd-c8974f7dc94f" providerId="ADAL" clId="{28DBBE29-3833-2444-A77B-AC2B6CFC22BF}" dt="2025-01-20T08:28:54.994" v="3877"/>
          <ac:spMkLst>
            <pc:docMk/>
            <pc:sldMk cId="314249848" sldId="349"/>
            <ac:spMk id="3" creationId="{F09E00C3-BDC9-9A28-2888-A0D6D9072E21}"/>
          </ac:spMkLst>
        </pc:spChg>
        <pc:graphicFrameChg chg="modGraphic">
          <ac:chgData name="Bayham,Jude" userId="ca0312ae-5eb9-439c-83fd-c8974f7dc94f" providerId="ADAL" clId="{28DBBE29-3833-2444-A77B-AC2B6CFC22BF}" dt="2025-01-20T08:24:37.649" v="3766" actId="20577"/>
          <ac:graphicFrameMkLst>
            <pc:docMk/>
            <pc:sldMk cId="314249848" sldId="349"/>
            <ac:graphicFrameMk id="5" creationId="{E1DF5D97-7262-D8D4-F325-B6EB8E90F17F}"/>
          </ac:graphicFrameMkLst>
        </pc:graphicFrameChg>
        <pc:picChg chg="add mod">
          <ac:chgData name="Bayham,Jude" userId="ca0312ae-5eb9-439c-83fd-c8974f7dc94f" providerId="ADAL" clId="{28DBBE29-3833-2444-A77B-AC2B6CFC22BF}" dt="2025-01-20T08:28:54.994" v="3877"/>
          <ac:picMkLst>
            <pc:docMk/>
            <pc:sldMk cId="314249848" sldId="349"/>
            <ac:picMk id="2" creationId="{9348706A-9B3F-5716-4511-A8BD3A826716}"/>
          </ac:picMkLst>
        </pc:picChg>
      </pc:sldChg>
      <pc:sldChg chg="modSp mod">
        <pc:chgData name="Bayham,Jude" userId="ca0312ae-5eb9-439c-83fd-c8974f7dc94f" providerId="ADAL" clId="{28DBBE29-3833-2444-A77B-AC2B6CFC22BF}" dt="2025-01-20T08:09:51.656" v="3336" actId="20577"/>
        <pc:sldMkLst>
          <pc:docMk/>
          <pc:sldMk cId="892577341" sldId="351"/>
        </pc:sldMkLst>
        <pc:graphicFrameChg chg="mod modGraphic">
          <ac:chgData name="Bayham,Jude" userId="ca0312ae-5eb9-439c-83fd-c8974f7dc94f" providerId="ADAL" clId="{28DBBE29-3833-2444-A77B-AC2B6CFC22BF}" dt="2025-01-20T08:09:51.656" v="3336" actId="20577"/>
          <ac:graphicFrameMkLst>
            <pc:docMk/>
            <pc:sldMk cId="892577341" sldId="351"/>
            <ac:graphicFrameMk id="3" creationId="{42C0CD70-FCB6-7F7C-2F2D-79CFBE6BD40C}"/>
          </ac:graphicFrameMkLst>
        </pc:graphicFrameChg>
      </pc:sldChg>
      <pc:sldChg chg="addSp delSp modSp mod">
        <pc:chgData name="Bayham,Jude" userId="ca0312ae-5eb9-439c-83fd-c8974f7dc94f" providerId="ADAL" clId="{28DBBE29-3833-2444-A77B-AC2B6CFC22BF}" dt="2025-01-20T11:21:46.391" v="4971" actId="20577"/>
        <pc:sldMkLst>
          <pc:docMk/>
          <pc:sldMk cId="3400827114" sldId="352"/>
        </pc:sldMkLst>
        <pc:spChg chg="mod">
          <ac:chgData name="Bayham,Jude" userId="ca0312ae-5eb9-439c-83fd-c8974f7dc94f" providerId="ADAL" clId="{28DBBE29-3833-2444-A77B-AC2B6CFC22BF}" dt="2025-01-20T11:21:46.391" v="4971" actId="20577"/>
          <ac:spMkLst>
            <pc:docMk/>
            <pc:sldMk cId="3400827114" sldId="352"/>
            <ac:spMk id="9" creationId="{4348411A-D2DD-89C4-EBA9-FECF29B93B30}"/>
          </ac:spMkLst>
        </pc:spChg>
        <pc:picChg chg="add mod">
          <ac:chgData name="Bayham,Jude" userId="ca0312ae-5eb9-439c-83fd-c8974f7dc94f" providerId="ADAL" clId="{28DBBE29-3833-2444-A77B-AC2B6CFC22BF}" dt="2025-01-20T11:16:03.706" v="4675" actId="1036"/>
          <ac:picMkLst>
            <pc:docMk/>
            <pc:sldMk cId="3400827114" sldId="352"/>
            <ac:picMk id="5" creationId="{CAF55D8E-AE43-A00D-B3B8-1BC56FB526CD}"/>
          </ac:picMkLst>
        </pc:picChg>
      </pc:sldChg>
      <pc:sldChg chg="addSp delSp modSp mod">
        <pc:chgData name="Bayham,Jude" userId="ca0312ae-5eb9-439c-83fd-c8974f7dc94f" providerId="ADAL" clId="{28DBBE29-3833-2444-A77B-AC2B6CFC22BF}" dt="2025-01-20T08:32:46.031" v="3972" actId="403"/>
        <pc:sldMkLst>
          <pc:docMk/>
          <pc:sldMk cId="454393115" sldId="353"/>
        </pc:sldMkLst>
        <pc:spChg chg="add mod">
          <ac:chgData name="Bayham,Jude" userId="ca0312ae-5eb9-439c-83fd-c8974f7dc94f" providerId="ADAL" clId="{28DBBE29-3833-2444-A77B-AC2B6CFC22BF}" dt="2025-01-20T08:32:46.031" v="3972" actId="403"/>
          <ac:spMkLst>
            <pc:docMk/>
            <pc:sldMk cId="454393115" sldId="353"/>
            <ac:spMk id="2" creationId="{CF4EB4A8-AF6C-8C52-5936-D7BC1C1D6247}"/>
          </ac:spMkLst>
        </pc:spChg>
        <pc:spChg chg="add mod">
          <ac:chgData name="Bayham,Jude" userId="ca0312ae-5eb9-439c-83fd-c8974f7dc94f" providerId="ADAL" clId="{28DBBE29-3833-2444-A77B-AC2B6CFC22BF}" dt="2025-01-20T08:32:38.124" v="3970" actId="1038"/>
          <ac:spMkLst>
            <pc:docMk/>
            <pc:sldMk cId="454393115" sldId="353"/>
            <ac:spMk id="3" creationId="{8380D6EF-35B6-1144-73AF-A48D47F36108}"/>
          </ac:spMkLst>
        </pc:spChg>
        <pc:graphicFrameChg chg="mod modGraphic">
          <ac:chgData name="Bayham,Jude" userId="ca0312ae-5eb9-439c-83fd-c8974f7dc94f" providerId="ADAL" clId="{28DBBE29-3833-2444-A77B-AC2B6CFC22BF}" dt="2025-01-20T08:29:58.571" v="3906" actId="108"/>
          <ac:graphicFrameMkLst>
            <pc:docMk/>
            <pc:sldMk cId="454393115" sldId="353"/>
            <ac:graphicFrameMk id="5" creationId="{539CFE2E-BE04-9566-F4F5-2DEDFC923AFA}"/>
          </ac:graphicFrameMkLst>
        </pc:graphicFrameChg>
      </pc:sldChg>
      <pc:sldChg chg="addSp delSp modSp mod">
        <pc:chgData name="Bayham,Jude" userId="ca0312ae-5eb9-439c-83fd-c8974f7dc94f" providerId="ADAL" clId="{28DBBE29-3833-2444-A77B-AC2B6CFC22BF}" dt="2025-01-20T11:19:23.074" v="4907" actId="20577"/>
        <pc:sldMkLst>
          <pc:docMk/>
          <pc:sldMk cId="1113906012" sldId="354"/>
        </pc:sldMkLst>
        <pc:spChg chg="add mod">
          <ac:chgData name="Bayham,Jude" userId="ca0312ae-5eb9-439c-83fd-c8974f7dc94f" providerId="ADAL" clId="{28DBBE29-3833-2444-A77B-AC2B6CFC22BF}" dt="2025-01-20T11:19:23.074" v="4907" actId="20577"/>
          <ac:spMkLst>
            <pc:docMk/>
            <pc:sldMk cId="1113906012" sldId="354"/>
            <ac:spMk id="2" creationId="{CEE9F2C8-FBD3-AC56-BA61-0FED020AD818}"/>
          </ac:spMkLst>
        </pc:spChg>
        <pc:graphicFrameChg chg="mod modGraphic">
          <ac:chgData name="Bayham,Jude" userId="ca0312ae-5eb9-439c-83fd-c8974f7dc94f" providerId="ADAL" clId="{28DBBE29-3833-2444-A77B-AC2B6CFC22BF}" dt="2025-01-20T11:07:51.735" v="4445" actId="20577"/>
          <ac:graphicFrameMkLst>
            <pc:docMk/>
            <pc:sldMk cId="1113906012" sldId="354"/>
            <ac:graphicFrameMk id="5" creationId="{8A112DF1-9DFA-466E-449C-5D5D614B63C3}"/>
          </ac:graphicFrameMkLst>
        </pc:graphicFrameChg>
      </pc:sldChg>
      <pc:sldChg chg="addSp delSp modSp mod">
        <pc:chgData name="Bayham,Jude" userId="ca0312ae-5eb9-439c-83fd-c8974f7dc94f" providerId="ADAL" clId="{28DBBE29-3833-2444-A77B-AC2B6CFC22BF}" dt="2025-01-20T07:32:30.499" v="2986" actId="20577"/>
        <pc:sldMkLst>
          <pc:docMk/>
          <pc:sldMk cId="3537537026" sldId="360"/>
        </pc:sldMkLst>
        <pc:spChg chg="mod">
          <ac:chgData name="Bayham,Jude" userId="ca0312ae-5eb9-439c-83fd-c8974f7dc94f" providerId="ADAL" clId="{28DBBE29-3833-2444-A77B-AC2B6CFC22BF}" dt="2025-01-20T07:31:27.131" v="2868" actId="1076"/>
          <ac:spMkLst>
            <pc:docMk/>
            <pc:sldMk cId="3537537026" sldId="360"/>
            <ac:spMk id="2" creationId="{24626673-24E4-A64B-9357-62F165FE76BA}"/>
          </ac:spMkLst>
        </pc:spChg>
        <pc:spChg chg="mod">
          <ac:chgData name="Bayham,Jude" userId="ca0312ae-5eb9-439c-83fd-c8974f7dc94f" providerId="ADAL" clId="{28DBBE29-3833-2444-A77B-AC2B6CFC22BF}" dt="2025-01-20T07:32:30.499" v="2986" actId="20577"/>
          <ac:spMkLst>
            <pc:docMk/>
            <pc:sldMk cId="3537537026" sldId="360"/>
            <ac:spMk id="3" creationId="{9AF8F472-83A0-9A06-752F-1CEF72964F03}"/>
          </ac:spMkLst>
        </pc:spChg>
        <pc:picChg chg="add mod">
          <ac:chgData name="Bayham,Jude" userId="ca0312ae-5eb9-439c-83fd-c8974f7dc94f" providerId="ADAL" clId="{28DBBE29-3833-2444-A77B-AC2B6CFC22BF}" dt="2025-01-20T07:30:32.912" v="2851" actId="1036"/>
          <ac:picMkLst>
            <pc:docMk/>
            <pc:sldMk cId="3537537026" sldId="360"/>
            <ac:picMk id="5" creationId="{D2EAD39A-24F2-08F0-1B65-EE90607C490F}"/>
          </ac:picMkLst>
        </pc:picChg>
      </pc:sldChg>
      <pc:sldChg chg="del">
        <pc:chgData name="Bayham,Jude" userId="ca0312ae-5eb9-439c-83fd-c8974f7dc94f" providerId="ADAL" clId="{28DBBE29-3833-2444-A77B-AC2B6CFC22BF}" dt="2025-01-20T07:31:04.116" v="2853" actId="2696"/>
        <pc:sldMkLst>
          <pc:docMk/>
          <pc:sldMk cId="4163153615" sldId="361"/>
        </pc:sldMkLst>
      </pc:sldChg>
      <pc:sldChg chg="addSp delSp modSp mod delAnim modAnim">
        <pc:chgData name="Bayham,Jude" userId="ca0312ae-5eb9-439c-83fd-c8974f7dc94f" providerId="ADAL" clId="{28DBBE29-3833-2444-A77B-AC2B6CFC22BF}" dt="2025-01-20T08:16:24.658" v="3525"/>
        <pc:sldMkLst>
          <pc:docMk/>
          <pc:sldMk cId="1766431164" sldId="362"/>
        </pc:sldMkLst>
        <pc:spChg chg="mod">
          <ac:chgData name="Bayham,Jude" userId="ca0312ae-5eb9-439c-83fd-c8974f7dc94f" providerId="ADAL" clId="{28DBBE29-3833-2444-A77B-AC2B6CFC22BF}" dt="2025-01-20T07:43:00.789" v="3070" actId="20577"/>
          <ac:spMkLst>
            <pc:docMk/>
            <pc:sldMk cId="1766431164" sldId="362"/>
            <ac:spMk id="4" creationId="{8CF43D06-7CBF-3D64-310A-8C00ABF554E8}"/>
          </ac:spMkLst>
        </pc:spChg>
        <pc:spChg chg="mod">
          <ac:chgData name="Bayham,Jude" userId="ca0312ae-5eb9-439c-83fd-c8974f7dc94f" providerId="ADAL" clId="{28DBBE29-3833-2444-A77B-AC2B6CFC22BF}" dt="2025-01-20T08:12:57.910" v="3413"/>
          <ac:spMkLst>
            <pc:docMk/>
            <pc:sldMk cId="1766431164" sldId="362"/>
            <ac:spMk id="12" creationId="{2C5BA902-E051-9245-A9AD-D9606B2409DA}"/>
          </ac:spMkLst>
        </pc:spChg>
        <pc:spChg chg="mod">
          <ac:chgData name="Bayham,Jude" userId="ca0312ae-5eb9-439c-83fd-c8974f7dc94f" providerId="ADAL" clId="{28DBBE29-3833-2444-A77B-AC2B6CFC22BF}" dt="2025-01-20T08:12:57.910" v="3413"/>
          <ac:spMkLst>
            <pc:docMk/>
            <pc:sldMk cId="1766431164" sldId="362"/>
            <ac:spMk id="13" creationId="{7185F71D-1C35-5A04-CEFA-1F182B8A8585}"/>
          </ac:spMkLst>
        </pc:spChg>
        <pc:spChg chg="mod">
          <ac:chgData name="Bayham,Jude" userId="ca0312ae-5eb9-439c-83fd-c8974f7dc94f" providerId="ADAL" clId="{28DBBE29-3833-2444-A77B-AC2B6CFC22BF}" dt="2025-01-20T08:12:57.910" v="3413"/>
          <ac:spMkLst>
            <pc:docMk/>
            <pc:sldMk cId="1766431164" sldId="362"/>
            <ac:spMk id="14" creationId="{69D28F0C-7F3E-9698-D34B-14E0BFA8EF78}"/>
          </ac:spMkLst>
        </pc:spChg>
        <pc:spChg chg="mod">
          <ac:chgData name="Bayham,Jude" userId="ca0312ae-5eb9-439c-83fd-c8974f7dc94f" providerId="ADAL" clId="{28DBBE29-3833-2444-A77B-AC2B6CFC22BF}" dt="2025-01-20T08:12:57.910" v="3413"/>
          <ac:spMkLst>
            <pc:docMk/>
            <pc:sldMk cId="1766431164" sldId="362"/>
            <ac:spMk id="15" creationId="{83A19F51-E2E7-C226-3479-580F784DD224}"/>
          </ac:spMkLst>
        </pc:spChg>
        <pc:spChg chg="add mod">
          <ac:chgData name="Bayham,Jude" userId="ca0312ae-5eb9-439c-83fd-c8974f7dc94f" providerId="ADAL" clId="{28DBBE29-3833-2444-A77B-AC2B6CFC22BF}" dt="2025-01-20T08:13:40.572" v="3520"/>
          <ac:spMkLst>
            <pc:docMk/>
            <pc:sldMk cId="1766431164" sldId="362"/>
            <ac:spMk id="16" creationId="{D8FCE1D4-72AD-2DE9-0585-63ADC525E3FA}"/>
          </ac:spMkLst>
        </pc:spChg>
        <pc:spChg chg="add mod">
          <ac:chgData name="Bayham,Jude" userId="ca0312ae-5eb9-439c-83fd-c8974f7dc94f" providerId="ADAL" clId="{28DBBE29-3833-2444-A77B-AC2B6CFC22BF}" dt="2025-01-20T08:13:40.572" v="3520"/>
          <ac:spMkLst>
            <pc:docMk/>
            <pc:sldMk cId="1766431164" sldId="362"/>
            <ac:spMk id="17" creationId="{CB577578-5D7E-07F7-C565-0270882BF28A}"/>
          </ac:spMkLst>
        </pc:spChg>
        <pc:grpChg chg="add mod">
          <ac:chgData name="Bayham,Jude" userId="ca0312ae-5eb9-439c-83fd-c8974f7dc94f" providerId="ADAL" clId="{28DBBE29-3833-2444-A77B-AC2B6CFC22BF}" dt="2025-01-20T08:13:25.513" v="3519" actId="1035"/>
          <ac:grpSpMkLst>
            <pc:docMk/>
            <pc:sldMk cId="1766431164" sldId="362"/>
            <ac:grpSpMk id="11" creationId="{B35D33F6-0696-331A-5441-A6BEB0A5A52A}"/>
          </ac:grpSpMkLst>
        </pc:grpChg>
        <pc:cxnChg chg="add mod">
          <ac:chgData name="Bayham,Jude" userId="ca0312ae-5eb9-439c-83fd-c8974f7dc94f" providerId="ADAL" clId="{28DBBE29-3833-2444-A77B-AC2B6CFC22BF}" dt="2025-01-20T08:13:40.572" v="3520"/>
          <ac:cxnSpMkLst>
            <pc:docMk/>
            <pc:sldMk cId="1766431164" sldId="362"/>
            <ac:cxnSpMk id="18" creationId="{61DE9587-D7D1-1445-2934-553C9C4B0804}"/>
          </ac:cxnSpMkLst>
        </pc:cxnChg>
        <pc:cxnChg chg="add mod">
          <ac:chgData name="Bayham,Jude" userId="ca0312ae-5eb9-439c-83fd-c8974f7dc94f" providerId="ADAL" clId="{28DBBE29-3833-2444-A77B-AC2B6CFC22BF}" dt="2025-01-20T08:13:40.572" v="3520"/>
          <ac:cxnSpMkLst>
            <pc:docMk/>
            <pc:sldMk cId="1766431164" sldId="362"/>
            <ac:cxnSpMk id="19" creationId="{98B7EECE-053E-6BA1-DB4F-69C38FBCE116}"/>
          </ac:cxnSpMkLst>
        </pc:cxnChg>
      </pc:sldChg>
      <pc:sldChg chg="del">
        <pc:chgData name="Bayham,Jude" userId="ca0312ae-5eb9-439c-83fd-c8974f7dc94f" providerId="ADAL" clId="{28DBBE29-3833-2444-A77B-AC2B6CFC22BF}" dt="2025-01-20T07:33:12.131" v="2987" actId="2696"/>
        <pc:sldMkLst>
          <pc:docMk/>
          <pc:sldMk cId="1989126780" sldId="364"/>
        </pc:sldMkLst>
      </pc:sldChg>
      <pc:sldChg chg="addSp delSp modSp add mod delAnim">
        <pc:chgData name="Bayham,Jude" userId="ca0312ae-5eb9-439c-83fd-c8974f7dc94f" providerId="ADAL" clId="{28DBBE29-3833-2444-A77B-AC2B6CFC22BF}" dt="2025-01-20T06:25:52.301" v="1608" actId="20577"/>
        <pc:sldMkLst>
          <pc:docMk/>
          <pc:sldMk cId="2235729130" sldId="366"/>
        </pc:sldMkLst>
        <pc:spChg chg="mod">
          <ac:chgData name="Bayham,Jude" userId="ca0312ae-5eb9-439c-83fd-c8974f7dc94f" providerId="ADAL" clId="{28DBBE29-3833-2444-A77B-AC2B6CFC22BF}" dt="2025-01-20T06:25:52.301" v="1608" actId="20577"/>
          <ac:spMkLst>
            <pc:docMk/>
            <pc:sldMk cId="2235729130" sldId="366"/>
            <ac:spMk id="3" creationId="{EE337B78-C8F1-3E36-A30A-1A5BCF9EB1BE}"/>
          </ac:spMkLst>
        </pc:spChg>
        <pc:spChg chg="add mod">
          <ac:chgData name="Bayham,Jude" userId="ca0312ae-5eb9-439c-83fd-c8974f7dc94f" providerId="ADAL" clId="{28DBBE29-3833-2444-A77B-AC2B6CFC22BF}" dt="2025-01-20T06:11:31.946" v="1450" actId="1035"/>
          <ac:spMkLst>
            <pc:docMk/>
            <pc:sldMk cId="2235729130" sldId="366"/>
            <ac:spMk id="5" creationId="{7C63279B-2CB4-486D-07F0-4A04E242E72D}"/>
          </ac:spMkLst>
        </pc:spChg>
        <pc:picChg chg="add mod modCrop">
          <ac:chgData name="Bayham,Jude" userId="ca0312ae-5eb9-439c-83fd-c8974f7dc94f" providerId="ADAL" clId="{28DBBE29-3833-2444-A77B-AC2B6CFC22BF}" dt="2025-01-20T06:10:56.249" v="1432" actId="732"/>
          <ac:picMkLst>
            <pc:docMk/>
            <pc:sldMk cId="2235729130" sldId="366"/>
            <ac:picMk id="4" creationId="{A54CDFF6-6B31-FD31-6736-5F807F21DBD9}"/>
          </ac:picMkLst>
        </pc:picChg>
      </pc:sldChg>
      <pc:sldChg chg="modSp add mod">
        <pc:chgData name="Bayham,Jude" userId="ca0312ae-5eb9-439c-83fd-c8974f7dc94f" providerId="ADAL" clId="{28DBBE29-3833-2444-A77B-AC2B6CFC22BF}" dt="2025-01-20T06:26:42.902" v="1673" actId="20577"/>
        <pc:sldMkLst>
          <pc:docMk/>
          <pc:sldMk cId="694149956" sldId="375"/>
        </pc:sldMkLst>
        <pc:spChg chg="mod">
          <ac:chgData name="Bayham,Jude" userId="ca0312ae-5eb9-439c-83fd-c8974f7dc94f" providerId="ADAL" clId="{28DBBE29-3833-2444-A77B-AC2B6CFC22BF}" dt="2025-01-20T06:26:42.902" v="1673" actId="20577"/>
          <ac:spMkLst>
            <pc:docMk/>
            <pc:sldMk cId="694149956" sldId="375"/>
            <ac:spMk id="3" creationId="{E5FD210F-43E3-E427-D26A-840EAC620D28}"/>
          </ac:spMkLst>
        </pc:spChg>
      </pc:sldChg>
      <pc:sldChg chg="addSp delSp modSp add mod">
        <pc:chgData name="Bayham,Jude" userId="ca0312ae-5eb9-439c-83fd-c8974f7dc94f" providerId="ADAL" clId="{28DBBE29-3833-2444-A77B-AC2B6CFC22BF}" dt="2025-01-20T07:02:52.363" v="2082" actId="11529"/>
        <pc:sldMkLst>
          <pc:docMk/>
          <pc:sldMk cId="2994278970" sldId="376"/>
        </pc:sldMkLst>
        <pc:spChg chg="mod">
          <ac:chgData name="Bayham,Jude" userId="ca0312ae-5eb9-439c-83fd-c8974f7dc94f" providerId="ADAL" clId="{28DBBE29-3833-2444-A77B-AC2B6CFC22BF}" dt="2025-01-20T06:49:52.290" v="1989" actId="1035"/>
          <ac:spMkLst>
            <pc:docMk/>
            <pc:sldMk cId="2994278970" sldId="376"/>
            <ac:spMk id="2" creationId="{B198A89A-CE20-04A2-0BD1-CA3611832176}"/>
          </ac:spMkLst>
        </pc:spChg>
        <pc:spChg chg="mod">
          <ac:chgData name="Bayham,Jude" userId="ca0312ae-5eb9-439c-83fd-c8974f7dc94f" providerId="ADAL" clId="{28DBBE29-3833-2444-A77B-AC2B6CFC22BF}" dt="2025-01-20T07:02:17.188" v="2081" actId="1076"/>
          <ac:spMkLst>
            <pc:docMk/>
            <pc:sldMk cId="2994278970" sldId="376"/>
            <ac:spMk id="9" creationId="{BFCDD7BE-0A3C-7991-FD9E-3695893BB377}"/>
          </ac:spMkLst>
        </pc:spChg>
        <pc:picChg chg="add mod modCrop">
          <ac:chgData name="Bayham,Jude" userId="ca0312ae-5eb9-439c-83fd-c8974f7dc94f" providerId="ADAL" clId="{28DBBE29-3833-2444-A77B-AC2B6CFC22BF}" dt="2025-01-20T07:01:57.066" v="2073" actId="732"/>
          <ac:picMkLst>
            <pc:docMk/>
            <pc:sldMk cId="2994278970" sldId="376"/>
            <ac:picMk id="3" creationId="{950D09E6-9B48-2E0C-1015-04F65A8310DF}"/>
          </ac:picMkLst>
        </pc:picChg>
        <pc:cxnChg chg="add">
          <ac:chgData name="Bayham,Jude" userId="ca0312ae-5eb9-439c-83fd-c8974f7dc94f" providerId="ADAL" clId="{28DBBE29-3833-2444-A77B-AC2B6CFC22BF}" dt="2025-01-20T07:02:52.363" v="2082" actId="11529"/>
          <ac:cxnSpMkLst>
            <pc:docMk/>
            <pc:sldMk cId="2994278970" sldId="376"/>
            <ac:cxnSpMk id="6" creationId="{9C1D6D69-31C9-4079-802E-C696D6FB0178}"/>
          </ac:cxnSpMkLst>
        </pc:cxnChg>
      </pc:sldChg>
      <pc:sldChg chg="modSp new mod">
        <pc:chgData name="Bayham,Jude" userId="ca0312ae-5eb9-439c-83fd-c8974f7dc94f" providerId="ADAL" clId="{28DBBE29-3833-2444-A77B-AC2B6CFC22BF}" dt="2025-01-20T07:11:53.600" v="2785" actId="20577"/>
        <pc:sldMkLst>
          <pc:docMk/>
          <pc:sldMk cId="1208789879" sldId="377"/>
        </pc:sldMkLst>
        <pc:spChg chg="mod">
          <ac:chgData name="Bayham,Jude" userId="ca0312ae-5eb9-439c-83fd-c8974f7dc94f" providerId="ADAL" clId="{28DBBE29-3833-2444-A77B-AC2B6CFC22BF}" dt="2025-01-20T07:04:56.769" v="2121" actId="20577"/>
          <ac:spMkLst>
            <pc:docMk/>
            <pc:sldMk cId="1208789879" sldId="377"/>
            <ac:spMk id="2" creationId="{12CBEAFB-D603-065D-A93E-B4B61CB15F2C}"/>
          </ac:spMkLst>
        </pc:spChg>
        <pc:spChg chg="mod">
          <ac:chgData name="Bayham,Jude" userId="ca0312ae-5eb9-439c-83fd-c8974f7dc94f" providerId="ADAL" clId="{28DBBE29-3833-2444-A77B-AC2B6CFC22BF}" dt="2025-01-20T07:11:53.600" v="2785" actId="20577"/>
          <ac:spMkLst>
            <pc:docMk/>
            <pc:sldMk cId="1208789879" sldId="377"/>
            <ac:spMk id="3" creationId="{25BDAF08-B1A7-3850-21B7-AB9A1D2D5819}"/>
          </ac:spMkLst>
        </pc:spChg>
      </pc:sldChg>
      <pc:sldChg chg="addSp delSp modSp add mod delAnim">
        <pc:chgData name="Bayham,Jude" userId="ca0312ae-5eb9-439c-83fd-c8974f7dc94f" providerId="ADAL" clId="{28DBBE29-3833-2444-A77B-AC2B6CFC22BF}" dt="2025-01-20T08:42:44.656" v="4101" actId="20577"/>
        <pc:sldMkLst>
          <pc:docMk/>
          <pc:sldMk cId="1274097920" sldId="378"/>
        </pc:sldMkLst>
        <pc:spChg chg="mod">
          <ac:chgData name="Bayham,Jude" userId="ca0312ae-5eb9-439c-83fd-c8974f7dc94f" providerId="ADAL" clId="{28DBBE29-3833-2444-A77B-AC2B6CFC22BF}" dt="2025-01-20T08:16:47.166" v="3532" actId="20577"/>
          <ac:spMkLst>
            <pc:docMk/>
            <pc:sldMk cId="1274097920" sldId="378"/>
            <ac:spMk id="2" creationId="{9583239B-BBF8-41BF-668F-EAA18F10BAE7}"/>
          </ac:spMkLst>
        </pc:spChg>
        <pc:spChg chg="mod">
          <ac:chgData name="Bayham,Jude" userId="ca0312ae-5eb9-439c-83fd-c8974f7dc94f" providerId="ADAL" clId="{28DBBE29-3833-2444-A77B-AC2B6CFC22BF}" dt="2025-01-20T08:20:27.711" v="3655" actId="114"/>
          <ac:spMkLst>
            <pc:docMk/>
            <pc:sldMk cId="1274097920" sldId="378"/>
            <ac:spMk id="3" creationId="{AB4BC354-5964-536D-023A-954645A198BA}"/>
          </ac:spMkLst>
        </pc:spChg>
        <pc:spChg chg="add mod">
          <ac:chgData name="Bayham,Jude" userId="ca0312ae-5eb9-439c-83fd-c8974f7dc94f" providerId="ADAL" clId="{28DBBE29-3833-2444-A77B-AC2B6CFC22BF}" dt="2025-01-20T08:17:21.388" v="3535"/>
          <ac:spMkLst>
            <pc:docMk/>
            <pc:sldMk cId="1274097920" sldId="378"/>
            <ac:spMk id="6" creationId="{EC13C1DE-53F0-8067-190E-F9163CEDA230}"/>
          </ac:spMkLst>
        </pc:spChg>
        <pc:spChg chg="add mod">
          <ac:chgData name="Bayham,Jude" userId="ca0312ae-5eb9-439c-83fd-c8974f7dc94f" providerId="ADAL" clId="{28DBBE29-3833-2444-A77B-AC2B6CFC22BF}" dt="2025-01-20T08:39:40.219" v="3990" actId="20577"/>
          <ac:spMkLst>
            <pc:docMk/>
            <pc:sldMk cId="1274097920" sldId="378"/>
            <ac:spMk id="7" creationId="{E36E1C27-6F0B-0B54-C72C-51928E6FAFCD}"/>
          </ac:spMkLst>
        </pc:spChg>
        <pc:spChg chg="add mod">
          <ac:chgData name="Bayham,Jude" userId="ca0312ae-5eb9-439c-83fd-c8974f7dc94f" providerId="ADAL" clId="{28DBBE29-3833-2444-A77B-AC2B6CFC22BF}" dt="2025-01-20T08:42:44.656" v="4101" actId="20577"/>
          <ac:spMkLst>
            <pc:docMk/>
            <pc:sldMk cId="1274097920" sldId="378"/>
            <ac:spMk id="8" creationId="{2BB63A11-0F1D-B280-C676-A10CF533AE9A}"/>
          </ac:spMkLst>
        </pc:spChg>
        <pc:picChg chg="add mod">
          <ac:chgData name="Bayham,Jude" userId="ca0312ae-5eb9-439c-83fd-c8974f7dc94f" providerId="ADAL" clId="{28DBBE29-3833-2444-A77B-AC2B6CFC22BF}" dt="2025-01-20T08:17:21.388" v="3535"/>
          <ac:picMkLst>
            <pc:docMk/>
            <pc:sldMk cId="1274097920" sldId="378"/>
            <ac:picMk id="5" creationId="{1B982401-6F0E-9DA1-0C15-32EFE53ECEBC}"/>
          </ac:picMkLst>
        </pc:picChg>
      </pc:sldChg>
      <pc:sldChg chg="addSp modSp add mod">
        <pc:chgData name="Bayham,Jude" userId="ca0312ae-5eb9-439c-83fd-c8974f7dc94f" providerId="ADAL" clId="{28DBBE29-3833-2444-A77B-AC2B6CFC22BF}" dt="2025-01-20T11:12:56.974" v="4626" actId="20577"/>
        <pc:sldMkLst>
          <pc:docMk/>
          <pc:sldMk cId="1511090544" sldId="379"/>
        </pc:sldMkLst>
        <pc:spChg chg="add mod">
          <ac:chgData name="Bayham,Jude" userId="ca0312ae-5eb9-439c-83fd-c8974f7dc94f" providerId="ADAL" clId="{28DBBE29-3833-2444-A77B-AC2B6CFC22BF}" dt="2025-01-20T11:12:56.974" v="4626" actId="20577"/>
          <ac:spMkLst>
            <pc:docMk/>
            <pc:sldMk cId="1511090544" sldId="379"/>
            <ac:spMk id="2" creationId="{72D67A35-580D-AA2E-42D7-88D9B2A2D00D}"/>
          </ac:spMkLst>
        </pc:spChg>
        <pc:graphicFrameChg chg="mod modGraphic">
          <ac:chgData name="Bayham,Jude" userId="ca0312ae-5eb9-439c-83fd-c8974f7dc94f" providerId="ADAL" clId="{28DBBE29-3833-2444-A77B-AC2B6CFC22BF}" dt="2025-01-20T11:12:32.603" v="4600" actId="20577"/>
          <ac:graphicFrameMkLst>
            <pc:docMk/>
            <pc:sldMk cId="1511090544" sldId="379"/>
            <ac:graphicFrameMk id="5" creationId="{C3239D86-05F8-B53F-5CA2-C734BCDEA1E0}"/>
          </ac:graphicFrameMkLst>
        </pc:graphicFrameChg>
      </pc:sldChg>
      <pc:sldChg chg="modSp new mod">
        <pc:chgData name="Bayham,Jude" userId="ca0312ae-5eb9-439c-83fd-c8974f7dc94f" providerId="ADAL" clId="{28DBBE29-3833-2444-A77B-AC2B6CFC22BF}" dt="2025-01-20T11:03:14.453" v="4279" actId="20577"/>
        <pc:sldMkLst>
          <pc:docMk/>
          <pc:sldMk cId="321805251" sldId="380"/>
        </pc:sldMkLst>
        <pc:spChg chg="mod">
          <ac:chgData name="Bayham,Jude" userId="ca0312ae-5eb9-439c-83fd-c8974f7dc94f" providerId="ADAL" clId="{28DBBE29-3833-2444-A77B-AC2B6CFC22BF}" dt="2025-01-20T11:03:14.453" v="4279" actId="20577"/>
          <ac:spMkLst>
            <pc:docMk/>
            <pc:sldMk cId="321805251" sldId="380"/>
            <ac:spMk id="2" creationId="{DF102236-1562-1656-7C62-26A2BAF1BEAE}"/>
          </ac:spMkLst>
        </pc:spChg>
      </pc:sldChg>
      <pc:sldChg chg="modSp add mod ord">
        <pc:chgData name="Bayham,Jude" userId="ca0312ae-5eb9-439c-83fd-c8974f7dc94f" providerId="ADAL" clId="{28DBBE29-3833-2444-A77B-AC2B6CFC22BF}" dt="2025-01-20T11:13:44.521" v="4653" actId="20577"/>
        <pc:sldMkLst>
          <pc:docMk/>
          <pc:sldMk cId="263308818" sldId="381"/>
        </pc:sldMkLst>
        <pc:spChg chg="mod">
          <ac:chgData name="Bayham,Jude" userId="ca0312ae-5eb9-439c-83fd-c8974f7dc94f" providerId="ADAL" clId="{28DBBE29-3833-2444-A77B-AC2B6CFC22BF}" dt="2025-01-20T11:13:44.521" v="4653" actId="20577"/>
          <ac:spMkLst>
            <pc:docMk/>
            <pc:sldMk cId="263308818" sldId="381"/>
            <ac:spMk id="2" creationId="{440E7353-D2D6-664F-9AC4-3536291266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E51A5-B478-1E40-8CBB-0DAA8831E99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AD578-DED7-9640-8F31-2B6A02B2A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78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D587F-861E-6740-9643-E3DDAE89B8D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32F50-0B60-B34B-8422-4E195A5AE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Dots CS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16" r="52955" b="10580"/>
          <a:stretch/>
        </p:blipFill>
        <p:spPr>
          <a:xfrm>
            <a:off x="7816145" y="1"/>
            <a:ext cx="6001456" cy="7772400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28075" y="2695562"/>
            <a:ext cx="12561453" cy="1949512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28074" y="5369311"/>
            <a:ext cx="12561452" cy="472185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82" y="6733969"/>
            <a:ext cx="3520440" cy="7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3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Dots Unit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16" r="52955" b="10580"/>
          <a:stretch/>
        </p:blipFill>
        <p:spPr>
          <a:xfrm>
            <a:off x="7816145" y="1"/>
            <a:ext cx="6001456" cy="7772400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28075" y="2695562"/>
            <a:ext cx="12561453" cy="1949512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28074" y="5369311"/>
            <a:ext cx="12561452" cy="472185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9986681" y="6869532"/>
            <a:ext cx="3202843" cy="51206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Unit Identifier here (.</a:t>
            </a:r>
            <a:r>
              <a:rPr lang="en-US" err="1"/>
              <a:t>png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786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Ram CS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937515" y="-1"/>
            <a:ext cx="6880085" cy="7772401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28075" y="2695562"/>
            <a:ext cx="12561453" cy="1949512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28074" y="5369311"/>
            <a:ext cx="12561452" cy="472185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82" y="6733969"/>
            <a:ext cx="3520440" cy="7874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en Ram Unit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937515" y="-1"/>
            <a:ext cx="6880085" cy="7772401"/>
          </a:xfrm>
          <a:prstGeom prst="rect">
            <a:avLst/>
          </a:prstGeom>
        </p:spPr>
      </p:pic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628075" y="2695562"/>
            <a:ext cx="12561453" cy="1949512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28074" y="5369311"/>
            <a:ext cx="12561452" cy="472185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9986681" y="6869532"/>
            <a:ext cx="3202843" cy="51206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Unit Identifier here (.</a:t>
            </a:r>
            <a:r>
              <a:rPr lang="en-US" err="1"/>
              <a:t>png</a:t>
            </a:r>
            <a:r>
              <a:rPr lang="en-US"/>
              <a:t>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C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-1349192" y="1236134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3" name="TextBox 2"/>
          <p:cNvSpPr txBox="1"/>
          <p:nvPr userDrawn="1"/>
        </p:nvSpPr>
        <p:spPr>
          <a:xfrm>
            <a:off x="-2093575" y="-474133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5" name="TextBox 4"/>
          <p:cNvSpPr txBox="1"/>
          <p:nvPr userDrawn="1"/>
        </p:nvSpPr>
        <p:spPr>
          <a:xfrm>
            <a:off x="-2186621" y="-795867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5" y="2695562"/>
            <a:ext cx="12561453" cy="2031325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tx2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8074" y="5369311"/>
            <a:ext cx="12561452" cy="480131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882" y="6733969"/>
            <a:ext cx="3520440" cy="78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5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Unit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-1349192" y="1236134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3" name="TextBox 2"/>
          <p:cNvSpPr txBox="1"/>
          <p:nvPr userDrawn="1"/>
        </p:nvSpPr>
        <p:spPr>
          <a:xfrm>
            <a:off x="-2093575" y="-474133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5" name="TextBox 4"/>
          <p:cNvSpPr txBox="1"/>
          <p:nvPr userDrawn="1"/>
        </p:nvSpPr>
        <p:spPr>
          <a:xfrm>
            <a:off x="-2186621" y="-795867"/>
            <a:ext cx="184731" cy="515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747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5" y="2695562"/>
            <a:ext cx="12561453" cy="2031325"/>
          </a:xfrm>
        </p:spPr>
        <p:txBody>
          <a:bodyPr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tx2"/>
                </a:solidFill>
                <a:latin typeface="+mj-lt"/>
              </a:defRPr>
            </a:lvl1pPr>
            <a:lvl2pPr marL="699614" indent="0">
              <a:buNone/>
              <a:defRPr sz="5495">
                <a:solidFill>
                  <a:schemeClr val="bg1"/>
                </a:solidFill>
                <a:latin typeface="+mj-lt"/>
              </a:defRPr>
            </a:lvl2pPr>
            <a:lvl3pPr marL="1399233" indent="0">
              <a:buNone/>
              <a:defRPr sz="5495">
                <a:solidFill>
                  <a:schemeClr val="bg1"/>
                </a:solidFill>
                <a:latin typeface="+mj-lt"/>
              </a:defRPr>
            </a:lvl3pPr>
            <a:lvl4pPr marL="2098847" indent="0">
              <a:buNone/>
              <a:defRPr sz="5495">
                <a:solidFill>
                  <a:schemeClr val="bg1"/>
                </a:solidFill>
                <a:latin typeface="+mj-lt"/>
              </a:defRPr>
            </a:lvl4pPr>
            <a:lvl5pPr marL="2798465" indent="0">
              <a:buNone/>
              <a:defRPr sz="5495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 of Presentation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8074" y="5369311"/>
            <a:ext cx="12561452" cy="480131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699614" indent="0">
              <a:buNone/>
              <a:defRPr/>
            </a:lvl2pPr>
            <a:lvl3pPr marL="1399233" indent="0">
              <a:buNone/>
              <a:defRPr/>
            </a:lvl3pPr>
            <a:lvl4pPr marL="2098847" indent="0">
              <a:buNone/>
              <a:defRPr/>
            </a:lvl4pPr>
            <a:lvl5pPr marL="2798465" indent="0">
              <a:buNone/>
              <a:defRPr/>
            </a:lvl5pPr>
          </a:lstStyle>
          <a:p>
            <a:pPr lvl="0"/>
            <a:r>
              <a:rPr lang="en-US" err="1"/>
              <a:t>Subheadline</a:t>
            </a:r>
            <a:r>
              <a:rPr lang="en-US"/>
              <a:t>, name or date goes here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729343" y="5122227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9986681" y="6869532"/>
            <a:ext cx="3202843" cy="512064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Insert Unit Identifier here (.</a:t>
            </a:r>
            <a:r>
              <a:rPr lang="en-US" err="1"/>
              <a:t>png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730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8075" y="905259"/>
            <a:ext cx="12561453" cy="1015663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/>
          </p:nvPr>
        </p:nvSpPr>
        <p:spPr>
          <a:xfrm>
            <a:off x="628075" y="2487883"/>
            <a:ext cx="12561453" cy="2237151"/>
          </a:xfrm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7372348"/>
            <a:ext cx="13817600" cy="400052"/>
            <a:chOff x="0" y="7372350"/>
            <a:chExt cx="13817600" cy="400052"/>
          </a:xfrm>
        </p:grpSpPr>
        <p:sp>
          <p:nvSpPr>
            <p:cNvPr id="2" name="Rectangle 1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241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8075" y="1059148"/>
            <a:ext cx="12561453" cy="861774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>
              <a:defRPr sz="4400"/>
            </a:lvl1pPr>
          </a:lstStyle>
          <a:p>
            <a:r>
              <a:rPr lang="en-US"/>
              <a:t>Headline Copy Goes Here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7372350"/>
            <a:ext cx="13817600" cy="400052"/>
            <a:chOff x="0" y="7372350"/>
            <a:chExt cx="13817600" cy="400052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5938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45328" y="2799373"/>
            <a:ext cx="9744199" cy="1015663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 Goes Here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3445328" y="4381997"/>
            <a:ext cx="9744199" cy="517065"/>
          </a:xfrm>
        </p:spPr>
        <p:txBody>
          <a:bodyPr wrap="square">
            <a:spAutoFit/>
          </a:bodyPr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subhead goes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31" t="28562" b="11534"/>
          <a:stretch/>
        </p:blipFill>
        <p:spPr>
          <a:xfrm>
            <a:off x="0" y="0"/>
            <a:ext cx="2572932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21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45328" y="2799373"/>
            <a:ext cx="9744199" cy="1015663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/>
          <a:p>
            <a:r>
              <a:rPr lang="en-US"/>
              <a:t>Section Header Goes Here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3445328" y="4381997"/>
            <a:ext cx="9744199" cy="486543"/>
          </a:xfrm>
        </p:spPr>
        <p:txBody>
          <a:bodyPr wrap="square"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Section subhead goes here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31" t="28562" b="11534"/>
          <a:stretch/>
        </p:blipFill>
        <p:spPr>
          <a:xfrm>
            <a:off x="0" y="1"/>
            <a:ext cx="2572933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0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036701" y="2797385"/>
            <a:ext cx="9744199" cy="1015663"/>
          </a:xfrm>
          <a:prstGeom prst="rect">
            <a:avLst/>
          </a:prstGeom>
        </p:spPr>
        <p:txBody>
          <a:bodyPr vert="horz" wrap="square" lIns="91440" tIns="91440" rIns="91440" bIns="91440" rtlCol="0" anchor="ctr" anchorCtr="0">
            <a:sp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“Quote Goes Here.”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" t="28562" r="1" b="57447"/>
          <a:stretch/>
        </p:blipFill>
        <p:spPr>
          <a:xfrm>
            <a:off x="246888" y="6034881"/>
            <a:ext cx="13267944" cy="188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04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742950" y="2728873"/>
            <a:ext cx="3604654" cy="627864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Text Goes Here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796748"/>
            <a:ext cx="13817600" cy="617143"/>
            <a:chOff x="0" y="6739600"/>
            <a:chExt cx="13817600" cy="617143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6778192"/>
              <a:ext cx="6449921" cy="53996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7367679" y="6778192"/>
              <a:ext cx="6449921" cy="53996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0229" y="6739600"/>
              <a:ext cx="617143" cy="617143"/>
            </a:xfrm>
            <a:prstGeom prst="rect">
              <a:avLst/>
            </a:prstGeom>
          </p:spPr>
        </p:pic>
      </p:grpSp>
      <p:sp>
        <p:nvSpPr>
          <p:cNvPr id="14" name="Text Placehold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5106473" y="2728873"/>
            <a:ext cx="3604654" cy="627864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Text Goes Here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2" hasCustomPrompt="1"/>
          </p:nvPr>
        </p:nvSpPr>
        <p:spPr>
          <a:xfrm>
            <a:off x="9469996" y="2728873"/>
            <a:ext cx="3604654" cy="627864"/>
          </a:xfrm>
        </p:spPr>
        <p:txBody>
          <a:bodyPr wrap="square" numCol="1" anchor="ctr" anchorCtr="0">
            <a:sp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Text Goes Here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77724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9144000" y="0"/>
            <a:ext cx="4673600" cy="7772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560560" y="2842090"/>
            <a:ext cx="3840480" cy="533740"/>
          </a:xfrm>
          <a:prstGeom prst="rect">
            <a:avLst/>
          </a:prstGeom>
        </p:spPr>
        <p:txBody>
          <a:bodyPr vert="horz" wrap="square" lIns="101858" tIns="50929" rIns="101858" bIns="50929" rtlCol="0" anchor="b" anchorCtr="0">
            <a:sp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Copy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560560" y="3886200"/>
            <a:ext cx="3840480" cy="500458"/>
          </a:xfrm>
        </p:spPr>
        <p:txBody>
          <a:bodyPr wrap="square">
            <a:spAutoFit/>
          </a:bodyPr>
          <a:lstStyle>
            <a:lvl1pPr marL="0" indent="0" algn="ctr">
              <a:lnSpc>
                <a:spcPct val="114000"/>
              </a:lnSpc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Supporting text goes here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416" y="6948176"/>
            <a:ext cx="488944" cy="48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93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21745" y="982462"/>
            <a:ext cx="4862405" cy="1794085"/>
          </a:xfrm>
        </p:spPr>
        <p:txBody>
          <a:bodyPr anchor="t" anchorCtr="0"/>
          <a:lstStyle/>
          <a:p>
            <a:r>
              <a:rPr lang="en-US"/>
              <a:t>Headline Copy Goes Here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21745" y="3052261"/>
            <a:ext cx="4862404" cy="19759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105893" y="0"/>
            <a:ext cx="7711707" cy="77724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912799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33452" y="982462"/>
            <a:ext cx="4862405" cy="1794085"/>
          </a:xfrm>
        </p:spPr>
        <p:txBody>
          <a:bodyPr anchor="t" anchorCtr="0"/>
          <a:lstStyle/>
          <a:p>
            <a:r>
              <a:rPr lang="en-US"/>
              <a:t>Headline Copy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452" y="3052261"/>
            <a:ext cx="4862404" cy="19759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7711707" cy="77724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944078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3817600" cy="64008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00424" y="6654703"/>
            <a:ext cx="13016751" cy="779320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4396"/>
            </a:lvl1pPr>
          </a:lstStyle>
          <a:p>
            <a:r>
              <a:rPr lang="en-US"/>
              <a:t>Headline Copy Here</a:t>
            </a:r>
          </a:p>
        </p:txBody>
      </p:sp>
    </p:spTree>
    <p:extLst>
      <p:ext uri="{BB962C8B-B14F-4D97-AF65-F5344CB8AC3E}">
        <p14:creationId xmlns:p14="http://schemas.microsoft.com/office/powerpoint/2010/main" val="275459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3817600" cy="77724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6436423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9150030" y="2317590"/>
            <a:ext cx="4039498" cy="1286510"/>
          </a:xfrm>
          <a:prstGeom prst="rect">
            <a:avLst/>
          </a:prstGeom>
        </p:spPr>
        <p:txBody>
          <a:bodyPr vert="horz" wrap="square" lIns="101858" tIns="50929" rIns="101858" bIns="50929" rtlCol="0" anchor="t" anchorCtr="0">
            <a:spAutoFit/>
          </a:bodyPr>
          <a:lstStyle>
            <a:lvl1pPr>
              <a:defRPr sz="3846"/>
            </a:lvl1pPr>
          </a:lstStyle>
          <a:p>
            <a:r>
              <a:rPr lang="en-US"/>
              <a:t>Headline Copy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150030" y="3729514"/>
            <a:ext cx="4039498" cy="970526"/>
          </a:xfrm>
        </p:spPr>
        <p:txBody>
          <a:bodyPr wrap="square">
            <a:spAutoFit/>
          </a:bodyPr>
          <a:lstStyle>
            <a:lvl1pPr marL="0" indent="0" algn="l">
              <a:lnSpc>
                <a:spcPct val="114000"/>
              </a:lnSpc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 hasCustomPrompt="1"/>
          </p:nvPr>
        </p:nvSpPr>
        <p:spPr>
          <a:xfrm>
            <a:off x="1269232" y="1443039"/>
            <a:ext cx="6863004" cy="49962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7372350"/>
            <a:ext cx="13817600" cy="400052"/>
            <a:chOff x="0" y="7372350"/>
            <a:chExt cx="13817600" cy="400052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024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935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7372350"/>
            <a:ext cx="13817600" cy="400052"/>
            <a:chOff x="0" y="7372350"/>
            <a:chExt cx="13817600" cy="400052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7372350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1"/>
              <a:ext cx="1788557" cy="40005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 userDrawn="1"/>
          </p:nvSpPr>
          <p:spPr>
            <a:xfrm>
              <a:off x="0" y="7372351"/>
              <a:ext cx="13817600" cy="40004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257" y="7372352"/>
              <a:ext cx="1788557" cy="4000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Green Do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>
            <a:off x="729343" y="4199229"/>
            <a:ext cx="12561453" cy="1107996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600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0" r="31394"/>
          <a:stretch/>
        </p:blipFill>
        <p:spPr>
          <a:xfrm>
            <a:off x="8406691" y="0"/>
            <a:ext cx="5410909" cy="75662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881743" y="5936778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39" y="6320940"/>
            <a:ext cx="3520440" cy="7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7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Green R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 userDrawn="1"/>
        </p:nvSpPr>
        <p:spPr>
          <a:xfrm>
            <a:off x="729343" y="4199229"/>
            <a:ext cx="12561453" cy="1107996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600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81743" y="5936778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39" y="6320940"/>
            <a:ext cx="3520440" cy="7874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hq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710" r="30639" b="6933"/>
          <a:stretch/>
        </p:blipFill>
        <p:spPr>
          <a:xfrm>
            <a:off x="6937515" y="-1"/>
            <a:ext cx="6880085" cy="7772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29343" y="4198802"/>
            <a:ext cx="12561453" cy="1107996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>
            <a:lvl1pPr algn="l" defTabSz="509292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sz="6000">
                <a:solidFill>
                  <a:schemeClr val="tx2"/>
                </a:solidFill>
                <a:latin typeface="+mj-lt"/>
              </a:rPr>
              <a:t>Thank you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81743" y="5936351"/>
            <a:ext cx="911198" cy="0"/>
          </a:xfrm>
          <a:prstGeom prst="line">
            <a:avLst/>
          </a:prstGeom>
          <a:ln w="2857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39" y="6320941"/>
            <a:ext cx="3520440" cy="78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6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075" y="905259"/>
            <a:ext cx="12561453" cy="1015663"/>
          </a:xfrm>
          <a:prstGeom prst="rect">
            <a:avLst/>
          </a:prstGeom>
        </p:spPr>
        <p:txBody>
          <a:bodyPr vert="horz" lIns="91440" tIns="91440" rIns="91440" bIns="91440" rtlCol="0" anchor="b" anchorCtr="0">
            <a:spAutoFit/>
          </a:bodyPr>
          <a:lstStyle/>
          <a:p>
            <a:r>
              <a:rPr lang="en-US"/>
              <a:t>Headline Copy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074" y="2487883"/>
            <a:ext cx="12561453" cy="3093154"/>
          </a:xfrm>
          <a:prstGeom prst="rect">
            <a:avLst/>
          </a:prstGeom>
        </p:spPr>
        <p:txBody>
          <a:bodyPr vert="horz" lIns="91440" tIns="91440" rIns="91440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573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8" r:id="rId2"/>
    <p:sldLayoutId id="2147483689" r:id="rId3"/>
    <p:sldLayoutId id="2147483690" r:id="rId4"/>
    <p:sldLayoutId id="2147483665" r:id="rId5"/>
    <p:sldLayoutId id="2147483679" r:id="rId6"/>
    <p:sldLayoutId id="2147483649" r:id="rId7"/>
    <p:sldLayoutId id="2147483666" r:id="rId8"/>
    <p:sldLayoutId id="2147483668" r:id="rId9"/>
    <p:sldLayoutId id="2147483683" r:id="rId10"/>
    <p:sldLayoutId id="2147483687" r:id="rId11"/>
    <p:sldLayoutId id="2147483688" r:id="rId12"/>
    <p:sldLayoutId id="2147483669" r:id="rId13"/>
    <p:sldLayoutId id="2147483650" r:id="rId14"/>
    <p:sldLayoutId id="2147483686" r:id="rId15"/>
    <p:sldLayoutId id="2147483661" r:id="rId16"/>
    <p:sldLayoutId id="2147483680" r:id="rId17"/>
    <p:sldLayoutId id="2147483670" r:id="rId18"/>
    <p:sldLayoutId id="2147483681" r:id="rId19"/>
    <p:sldLayoutId id="2147483691" r:id="rId20"/>
    <p:sldLayoutId id="2147483682" r:id="rId21"/>
    <p:sldLayoutId id="2147483677" r:id="rId22"/>
    <p:sldLayoutId id="2147483692" r:id="rId23"/>
    <p:sldLayoutId id="2147483672" r:id="rId24"/>
  </p:sldLayoutIdLst>
  <p:hf hdr="0" dt="0"/>
  <p:txStyles>
    <p:titleStyle>
      <a:lvl1pPr algn="l" defTabSz="699614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524712" indent="-524712" algn="l" defTabSz="69961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/>
        <a:buChar char="•"/>
        <a:defRPr sz="18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1pPr>
      <a:lvl2pPr marL="1136875" indent="-437261" algn="l" defTabSz="69961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/>
        <a:buChar char="–"/>
        <a:defRPr sz="16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2pPr>
      <a:lvl3pPr marL="1749040" indent="-349807" algn="l" defTabSz="69961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/>
        <a:buChar char="•"/>
        <a:defRPr sz="16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3pPr>
      <a:lvl4pPr marL="2448655" indent="-349807" algn="l" defTabSz="699614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/>
        <a:buChar char="–"/>
        <a:defRPr sz="1600" b="0" kern="1200">
          <a:solidFill>
            <a:schemeClr val="tx1"/>
          </a:solidFill>
          <a:latin typeface="+mn-lt"/>
          <a:ea typeface="Franklin Gothic Book" charset="0"/>
          <a:cs typeface="Franklin Gothic Book" charset="0"/>
        </a:defRPr>
      </a:lvl4pPr>
      <a:lvl5pPr marL="3148272" indent="-349807" algn="l" defTabSz="699614" rtl="0" eaLnBrk="1" latinLnBrk="0" hangingPunct="1">
        <a:spcBef>
          <a:spcPct val="20000"/>
        </a:spcBef>
        <a:buFont typeface="Arial"/>
        <a:buChar char="»"/>
        <a:defRPr sz="1648" b="0" kern="1200">
          <a:solidFill>
            <a:schemeClr val="accent6">
              <a:lumMod val="75000"/>
            </a:schemeClr>
          </a:solidFill>
          <a:latin typeface="Franklin Gothic Book" charset="0"/>
          <a:ea typeface="Franklin Gothic Book" charset="0"/>
          <a:cs typeface="Franklin Gothic Book" charset="0"/>
        </a:defRPr>
      </a:lvl5pPr>
      <a:lvl6pPr marL="3847888" indent="-349807" algn="l" defTabSz="699614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6pPr>
      <a:lvl7pPr marL="4547505" indent="-349807" algn="l" defTabSz="699614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7pPr>
      <a:lvl8pPr marL="5247119" indent="-349807" algn="l" defTabSz="699614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8pPr>
      <a:lvl9pPr marL="5946736" indent="-349807" algn="l" defTabSz="699614" rtl="0" eaLnBrk="1" latinLnBrk="0" hangingPunct="1">
        <a:spcBef>
          <a:spcPct val="20000"/>
        </a:spcBef>
        <a:buFont typeface="Arial"/>
        <a:buChar char="•"/>
        <a:defRPr sz="30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1pPr>
      <a:lvl2pPr marL="699614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2pPr>
      <a:lvl3pPr marL="1399232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3pPr>
      <a:lvl4pPr marL="2098847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4pPr>
      <a:lvl5pPr marL="2798465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5pPr>
      <a:lvl6pPr marL="3498080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6pPr>
      <a:lvl7pPr marL="4197695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7pPr>
      <a:lvl8pPr marL="4897312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8pPr>
      <a:lvl9pPr marL="5596926" algn="l" defTabSz="699614" rtl="0" eaLnBrk="1" latinLnBrk="0" hangingPunct="1">
        <a:defRPr sz="2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judebayham/home" TargetMode="External"/><Relationship Id="rId2" Type="http://schemas.openxmlformats.org/officeDocument/2006/relationships/hyperlink" Target="mailto:jbayham@colostate.edu" TargetMode="Externa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28074" y="794468"/>
            <a:ext cx="12561453" cy="923330"/>
          </a:xfrm>
        </p:spPr>
        <p:txBody>
          <a:bodyPr/>
          <a:lstStyle/>
          <a:p>
            <a:pPr algn="ctr"/>
            <a:r>
              <a:rPr lang="en-US" sz="4800" dirty="0"/>
              <a:t>Allocating Water Cuts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28074" y="5141720"/>
            <a:ext cx="5589846" cy="492443"/>
          </a:xfrm>
        </p:spPr>
        <p:txBody>
          <a:bodyPr vert="horz" wrap="square" lIns="91440" tIns="91440" rIns="91440" bIns="9144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Analysts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574F6-2B8B-D400-9A3A-4AEDC94CE17D}"/>
              </a:ext>
            </a:extLst>
          </p:cNvPr>
          <p:cNvSpPr txBox="1"/>
          <p:nvPr/>
        </p:nvSpPr>
        <p:spPr>
          <a:xfrm>
            <a:off x="630355" y="4014297"/>
            <a:ext cx="96079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cs typeface="Arial"/>
              </a:rPr>
              <a:t>April 29, 2026</a:t>
            </a:r>
          </a:p>
        </p:txBody>
      </p:sp>
    </p:spTree>
    <p:extLst>
      <p:ext uri="{BB962C8B-B14F-4D97-AF65-F5344CB8AC3E}">
        <p14:creationId xmlns:p14="http://schemas.microsoft.com/office/powerpoint/2010/main" val="145808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B426E0-F0EE-3CAE-6C3C-D3D6AF2F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452" y="982462"/>
            <a:ext cx="4862405" cy="1794085"/>
          </a:xfrm>
        </p:spPr>
        <p:txBody>
          <a:bodyPr vert="horz" lIns="91440" tIns="91440" rIns="91440" bIns="9144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kern="1200">
                <a:latin typeface="+mj-lt"/>
                <a:ea typeface="Century Gothic" charset="0"/>
                <a:cs typeface="Century Gothic" charset="0"/>
              </a:rPr>
              <a:t>We need to cut water allocations by 15%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8B5F0-E5FF-6397-2870-060FD401E27E}"/>
              </a:ext>
            </a:extLst>
          </p:cNvPr>
          <p:cNvSpPr txBox="1"/>
          <p:nvPr/>
        </p:nvSpPr>
        <p:spPr>
          <a:xfrm>
            <a:off x="8333452" y="3052261"/>
            <a:ext cx="4862512" cy="3163887"/>
          </a:xfrm>
          <a:prstGeom prst="rect">
            <a:avLst/>
          </a:prstGeom>
        </p:spPr>
        <p:txBody>
          <a:bodyPr vert="horz" lIns="91440" tIns="91440" rIns="91440" bIns="91440" rtlCol="0">
            <a:normAutofit lnSpcReduction="10000"/>
          </a:bodyPr>
          <a:lstStyle/>
          <a:p>
            <a:pPr marL="524712" indent="-524712" defTabSz="699614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Regional drought means less water this year</a:t>
            </a:r>
          </a:p>
          <a:p>
            <a:pPr marL="524712" indent="-524712" defTabSz="699614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The question is how</a:t>
            </a:r>
          </a:p>
          <a:p>
            <a:pPr marL="524712" indent="-524712" defTabSz="699614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Two options</a:t>
            </a:r>
          </a:p>
          <a:p>
            <a:pPr marL="1034004" lvl="1" indent="-524712" defTabSz="699614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Cut all allocations by 15%</a:t>
            </a:r>
          </a:p>
          <a:p>
            <a:pPr marL="1034004" lvl="1" indent="-524712" defTabSz="699614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/>
              <a:t>Target cuts to achieve 15% reduction </a:t>
            </a:r>
          </a:p>
        </p:txBody>
      </p:sp>
      <p:pic>
        <p:nvPicPr>
          <p:cNvPr id="6" name="Picture 5" descr="Growing plant">
            <a:extLst>
              <a:ext uri="{FF2B5EF4-FFF2-40B4-BE49-F238E27FC236}">
                <a16:creationId xmlns:a16="http://schemas.microsoft.com/office/drawing/2014/main" id="{6266DA4D-2DFA-DA54-C5C7-02D3D683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94" r="15977"/>
          <a:stretch>
            <a:fillRect/>
          </a:stretch>
        </p:blipFill>
        <p:spPr>
          <a:xfrm>
            <a:off x="2" y="10"/>
            <a:ext cx="7711707" cy="77723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993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983735-94F7-7495-055D-942B1E8C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3" y="732739"/>
            <a:ext cx="12561453" cy="861774"/>
          </a:xfrm>
        </p:spPr>
        <p:txBody>
          <a:bodyPr/>
          <a:lstStyle/>
          <a:p>
            <a:r>
              <a:rPr lang="en-US" dirty="0"/>
              <a:t>Last year’s data to determine allocation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FB50BA-252D-0893-C43A-248429D97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374923"/>
              </p:ext>
            </p:extLst>
          </p:nvPr>
        </p:nvGraphicFramePr>
        <p:xfrm>
          <a:off x="7238693" y="1928638"/>
          <a:ext cx="5773925" cy="5111023"/>
        </p:xfrm>
        <a:graphic>
          <a:graphicData uri="http://schemas.openxmlformats.org/drawingml/2006/table">
            <a:tbl>
              <a:tblPr/>
              <a:tblGrid>
                <a:gridCol w="1154785">
                  <a:extLst>
                    <a:ext uri="{9D8B030D-6E8A-4147-A177-3AD203B41FA5}">
                      <a16:colId xmlns:a16="http://schemas.microsoft.com/office/drawing/2014/main" val="552954806"/>
                    </a:ext>
                  </a:extLst>
                </a:gridCol>
                <a:gridCol w="1154785">
                  <a:extLst>
                    <a:ext uri="{9D8B030D-6E8A-4147-A177-3AD203B41FA5}">
                      <a16:colId xmlns:a16="http://schemas.microsoft.com/office/drawing/2014/main" val="1587595917"/>
                    </a:ext>
                  </a:extLst>
                </a:gridCol>
                <a:gridCol w="1154785">
                  <a:extLst>
                    <a:ext uri="{9D8B030D-6E8A-4147-A177-3AD203B41FA5}">
                      <a16:colId xmlns:a16="http://schemas.microsoft.com/office/drawing/2014/main" val="2142207202"/>
                    </a:ext>
                  </a:extLst>
                </a:gridCol>
                <a:gridCol w="1154785">
                  <a:extLst>
                    <a:ext uri="{9D8B030D-6E8A-4147-A177-3AD203B41FA5}">
                      <a16:colId xmlns:a16="http://schemas.microsoft.com/office/drawing/2014/main" val="615871884"/>
                    </a:ext>
                  </a:extLst>
                </a:gridCol>
                <a:gridCol w="1154785">
                  <a:extLst>
                    <a:ext uri="{9D8B030D-6E8A-4147-A177-3AD203B41FA5}">
                      <a16:colId xmlns:a16="http://schemas.microsoft.com/office/drawing/2014/main" val="3444599809"/>
                    </a:ext>
                  </a:extLst>
                </a:gridCol>
              </a:tblGrid>
              <a:tr h="5903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Crop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Zone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Water Use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(ac ft)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Yield</a:t>
                      </a:r>
                    </a:p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(per acre)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62604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7538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151.2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1869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136.1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63915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102.6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113707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5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111.6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54658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corn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5430">
                        <a:alpha val="3843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77578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7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105.9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128.1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86134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8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117.4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133.4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01143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168.3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124.4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99819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10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1467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11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8725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soybeans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Central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155.1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107.7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5456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94468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161.2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120.9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174497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145.5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104.2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62039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15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138.6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120.3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3824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129.9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125.4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4183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17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157.6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89.6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565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Farm 18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alfalfa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South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163.4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103.9</a:t>
                      </a:r>
                    </a:p>
                  </a:txBody>
                  <a:tcPr marL="7308" marR="7308" marT="73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>
                        <a:alpha val="3764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883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F8A692-0469-B07D-5B99-B539FCD7EF88}"/>
              </a:ext>
            </a:extLst>
          </p:cNvPr>
          <p:cNvSpPr txBox="1"/>
          <p:nvPr/>
        </p:nvSpPr>
        <p:spPr>
          <a:xfrm>
            <a:off x="804982" y="2363372"/>
            <a:ext cx="60580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Corn: $5 per bushel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accent4"/>
                </a:solidFill>
              </a:rPr>
              <a:t>Soybeans: $6 per bushel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Alfalfa: $7 per bushel equivalent ($210/ton)</a:t>
            </a:r>
          </a:p>
        </p:txBody>
      </p:sp>
    </p:spTree>
    <p:extLst>
      <p:ext uri="{BB962C8B-B14F-4D97-AF65-F5344CB8AC3E}">
        <p14:creationId xmlns:p14="http://schemas.microsoft.com/office/powerpoint/2010/main" val="376910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0C02-E4D2-55F4-2797-DFF3E817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3" y="2520328"/>
            <a:ext cx="12561453" cy="1538883"/>
          </a:xfrm>
        </p:spPr>
        <p:txBody>
          <a:bodyPr/>
          <a:lstStyle/>
          <a:p>
            <a:r>
              <a:rPr lang="en-US" dirty="0"/>
              <a:t>Our goal is to maximize crop value within the district</a:t>
            </a:r>
          </a:p>
        </p:txBody>
      </p:sp>
    </p:spTree>
    <p:extLst>
      <p:ext uri="{BB962C8B-B14F-4D97-AF65-F5344CB8AC3E}">
        <p14:creationId xmlns:p14="http://schemas.microsoft.com/office/powerpoint/2010/main" val="106465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73F6-92FB-F001-D846-AE488F36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 two scenarios…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3146F-2D2C-3A3C-6638-FCBE18656903}"/>
              </a:ext>
            </a:extLst>
          </p:cNvPr>
          <p:cNvSpPr txBox="1"/>
          <p:nvPr/>
        </p:nvSpPr>
        <p:spPr>
          <a:xfrm>
            <a:off x="928468" y="2278966"/>
            <a:ext cx="59803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Scenario 1: Uniform cut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All farms receive 15% cut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Farm production value falls by 15%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8C980-28B7-F6EE-0FE8-4A0C5B34903A}"/>
              </a:ext>
            </a:extLst>
          </p:cNvPr>
          <p:cNvSpPr txBox="1"/>
          <p:nvPr/>
        </p:nvSpPr>
        <p:spPr>
          <a:xfrm>
            <a:off x="801858" y="6161649"/>
            <a:ext cx="8963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Assumptions: Yield declines by the same percent as water allocation declines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94339-BEE4-2A65-0990-36BDC6C2E58E}"/>
              </a:ext>
            </a:extLst>
          </p:cNvPr>
          <p:cNvSpPr txBox="1"/>
          <p:nvPr/>
        </p:nvSpPr>
        <p:spPr>
          <a:xfrm>
            <a:off x="7209196" y="2278966"/>
            <a:ext cx="59803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Scenario 2: Targeted cut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Target cuts to the least productive farms by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Some farms endure full cut while others no cuts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2867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29FB-B041-AC59-7492-CF8D57FC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3" y="201019"/>
            <a:ext cx="12561453" cy="861774"/>
          </a:xfrm>
        </p:spPr>
        <p:txBody>
          <a:bodyPr/>
          <a:lstStyle/>
          <a:p>
            <a:r>
              <a:rPr lang="en-US" dirty="0">
                <a:solidFill>
                  <a:srgbClr val="C8C372"/>
                </a:solidFill>
              </a:rPr>
              <a:t>Targeted cut preserves $655 in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4A98B-A305-A758-1474-8E38FE44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71"/>
          <a:stretch>
            <a:fillRect/>
          </a:stretch>
        </p:blipFill>
        <p:spPr>
          <a:xfrm>
            <a:off x="143510" y="1266092"/>
            <a:ext cx="10084473" cy="59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7247-98A1-9C25-38F6-4F32E303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986F6-1AF0-F999-D198-9963146C836E}"/>
              </a:ext>
            </a:extLst>
          </p:cNvPr>
          <p:cNvSpPr txBox="1"/>
          <p:nvPr/>
        </p:nvSpPr>
        <p:spPr>
          <a:xfrm>
            <a:off x="942535" y="2180492"/>
            <a:ext cx="1111347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0"/>
              </a:spcAft>
            </a:pPr>
            <a:r>
              <a:rPr lang="en-US" sz="2800" dirty="0"/>
              <a:t>Targeted cuts preserve more production value than uniform cuts</a:t>
            </a:r>
          </a:p>
          <a:p>
            <a:pPr>
              <a:spcAft>
                <a:spcPts val="3000"/>
              </a:spcAft>
            </a:pPr>
            <a:r>
              <a:rPr lang="en-US" sz="2800" dirty="0"/>
              <a:t>Targeted cuts may appear unfair</a:t>
            </a:r>
          </a:p>
          <a:p>
            <a:pPr>
              <a:spcAft>
                <a:spcPts val="3000"/>
              </a:spcAft>
            </a:pPr>
            <a:r>
              <a:rPr lang="en-US" sz="2800" dirty="0"/>
              <a:t>Are there other objectives?</a:t>
            </a:r>
          </a:p>
        </p:txBody>
      </p:sp>
    </p:spTree>
    <p:extLst>
      <p:ext uri="{BB962C8B-B14F-4D97-AF65-F5344CB8AC3E}">
        <p14:creationId xmlns:p14="http://schemas.microsoft.com/office/powerpoint/2010/main" val="150383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2F082C-23A5-E6E4-7A88-19236BCE69E6}"/>
              </a:ext>
            </a:extLst>
          </p:cNvPr>
          <p:cNvSpPr txBox="1"/>
          <p:nvPr/>
        </p:nvSpPr>
        <p:spPr>
          <a:xfrm>
            <a:off x="936853" y="1166525"/>
            <a:ext cx="900276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C9D845"/>
                </a:solidFill>
                <a:cs typeface="Segoe UI"/>
              </a:rPr>
              <a:t>Jude Bayham</a:t>
            </a:r>
            <a:r>
              <a:rPr lang="en-US" sz="2800">
                <a:solidFill>
                  <a:srgbClr val="C9D845"/>
                </a:solidFill>
                <a:cs typeface="Segoe UI"/>
              </a:rPr>
              <a:t>​</a:t>
            </a:r>
          </a:p>
          <a:p>
            <a:r>
              <a:rPr lang="en-US" sz="2800">
                <a:solidFill>
                  <a:srgbClr val="C9D845"/>
                </a:solidFill>
                <a:cs typeface="Segoe UI"/>
              </a:rPr>
              <a:t>Email: </a:t>
            </a:r>
            <a:r>
              <a:rPr lang="en-US" sz="2800" u="sng">
                <a:solidFill>
                  <a:srgbClr val="C9D845"/>
                </a:solidFill>
                <a:cs typeface="Segoe U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jbayham@colostate.edu</a:t>
            </a:r>
            <a:r>
              <a:rPr lang="en-US" sz="2800">
                <a:solidFill>
                  <a:srgbClr val="C9D845"/>
                </a:solidFill>
                <a:cs typeface="Segoe UI"/>
              </a:rPr>
              <a:t>​</a:t>
            </a:r>
          </a:p>
          <a:p>
            <a:r>
              <a:rPr lang="en-US" sz="2800">
                <a:solidFill>
                  <a:srgbClr val="C9D845"/>
                </a:solidFill>
                <a:cs typeface="Segoe UI"/>
              </a:rPr>
              <a:t>Web: </a:t>
            </a:r>
            <a:r>
              <a:rPr lang="en-US" sz="2800" u="sng">
                <a:solidFill>
                  <a:srgbClr val="C9D845"/>
                </a:solidFill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https://sites.google.com/site/judebayham/home</a:t>
            </a:r>
            <a:r>
              <a:rPr lang="en-US" sz="2800">
                <a:solidFill>
                  <a:srgbClr val="C9D845"/>
                </a:solidFill>
                <a:cs typeface="Segoe UI"/>
              </a:rPr>
              <a:t>​</a:t>
            </a:r>
          </a:p>
          <a:p>
            <a:r>
              <a:rPr lang="en-US" sz="2800">
                <a:solidFill>
                  <a:srgbClr val="C9D845"/>
                </a:solidFill>
                <a:cs typeface="Segoe UI"/>
              </a:rPr>
              <a:t>GitHub: </a:t>
            </a:r>
            <a:r>
              <a:rPr lang="en-US" sz="2800" u="sng">
                <a:solidFill>
                  <a:srgbClr val="C9D845"/>
                </a:solidFill>
                <a:cs typeface="Segoe UI"/>
              </a:rPr>
              <a:t>https://github.com/jbayham</a:t>
            </a:r>
            <a:r>
              <a:rPr lang="en-US" sz="2800">
                <a:solidFill>
                  <a:srgbClr val="C9D845"/>
                </a:solidFill>
                <a:cs typeface="Segoe UI"/>
              </a:rPr>
              <a:t>​ </a:t>
            </a:r>
          </a:p>
        </p:txBody>
      </p:sp>
    </p:spTree>
    <p:extLst>
      <p:ext uri="{BB962C8B-B14F-4D97-AF65-F5344CB8AC3E}">
        <p14:creationId xmlns:p14="http://schemas.microsoft.com/office/powerpoint/2010/main" val="69978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 Palette 2016">
      <a:dk1>
        <a:srgbClr val="59595B"/>
      </a:dk1>
      <a:lt1>
        <a:srgbClr val="FFFFFF"/>
      </a:lt1>
      <a:dk2>
        <a:srgbClr val="1E4D2B"/>
      </a:dk2>
      <a:lt2>
        <a:srgbClr val="C8C371"/>
      </a:lt2>
      <a:accent1>
        <a:srgbClr val="D9782C"/>
      </a:accent1>
      <a:accent2>
        <a:srgbClr val="C9D845"/>
      </a:accent2>
      <a:accent3>
        <a:srgbClr val="CC5430"/>
      </a:accent3>
      <a:accent4>
        <a:srgbClr val="105456"/>
      </a:accent4>
      <a:accent5>
        <a:srgbClr val="12A3B6"/>
      </a:accent5>
      <a:accent6>
        <a:srgbClr val="ECC530"/>
      </a:accent6>
      <a:hlink>
        <a:srgbClr val="3246A4"/>
      </a:hlink>
      <a:folHlink>
        <a:srgbClr val="6B15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13269</TotalTime>
  <Words>322</Words>
  <Application>Microsoft Macintosh PowerPoint</Application>
  <PresentationFormat>Custom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Arial</vt:lpstr>
      <vt:lpstr>Calibri</vt:lpstr>
      <vt:lpstr>Franklin Gothic Book</vt:lpstr>
      <vt:lpstr>Segoe UI</vt:lpstr>
      <vt:lpstr>Office Theme</vt:lpstr>
      <vt:lpstr>PowerPoint Presentation</vt:lpstr>
      <vt:lpstr>We need to cut water allocations by 15%</vt:lpstr>
      <vt:lpstr>Last year’s data to determine allocation</vt:lpstr>
      <vt:lpstr>Our goal is to maximize crop value within the district</vt:lpstr>
      <vt:lpstr>Construct two scenarios…</vt:lpstr>
      <vt:lpstr>Targeted cut preserves $655 in value</vt:lpstr>
      <vt:lpstr>Conclusions</vt:lpstr>
      <vt:lpstr>PowerPoint Presentation</vt:lpstr>
    </vt:vector>
  </TitlesOfParts>
  <Company>Colorado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 Curtis</dc:creator>
  <cp:lastModifiedBy>Bayham,Jude</cp:lastModifiedBy>
  <cp:revision>184</cp:revision>
  <dcterms:created xsi:type="dcterms:W3CDTF">2015-06-30T23:05:53Z</dcterms:created>
  <dcterms:modified xsi:type="dcterms:W3CDTF">2026-04-29T16:04:23Z</dcterms:modified>
</cp:coreProperties>
</file>